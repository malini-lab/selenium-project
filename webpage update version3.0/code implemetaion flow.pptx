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49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1C4E-A711-83F3-F4E5-610A3D837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5253C-A831-5FC0-FBCA-E95114640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C2EBB-6A8D-7531-C7B5-D7C8E866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4E6C3-4CBA-CDB9-3037-CB30C618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B42E2-9EB6-F756-AC3E-E28B49BC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5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6CB8-5C90-C5A0-8D49-AE8EE65E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E97F-7830-DAC2-F94B-CFD274A65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A06AC-137F-C2EB-E245-4DC93FE2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FE416-0B65-3E00-EB35-E6592D54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8276B-46BF-3DFE-F1EA-A4FF2146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3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920A-DF82-9459-4FCC-EB4D8E56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3BA62-E8E8-C12A-5AAD-50648A19D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1981-2463-B192-29C7-764865A2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01281-07D4-BA1B-5E90-9FE06211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76EEF-DD29-B6D4-4091-4BBB1232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7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AF7B-B845-E204-75F7-92DB8C82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003D-2C6F-7CC2-01A8-4BDE6737D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B00E8-DD93-3314-E188-4A842CE85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AF36C-2721-5F63-6DC2-2F2962D1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BB136-5C19-5CE9-4F81-EA5C70D7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30633-B737-4C02-FEF0-50CE016A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0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FF24-73B8-240C-C2A0-A565F8C2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101F-10F0-0C4B-F574-066B593F5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BB77A-4F16-5964-BA83-3423E5615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ACF91-02A9-C8C0-554E-5537AEA78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04E9A1-FED2-E515-7C3A-C096A53AB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2A891-54DB-7D5E-FE5F-D27906E7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B343E-9E8B-2993-848C-039387DA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8D30A-C580-8372-1396-492D4918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11D4-58FF-DDEF-758F-2EDBB644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76708-94D0-09C8-FC5B-D7D6545B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02751-BFAE-A992-85B2-2DC20AE3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09529-6169-E06B-192F-EE7222B6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6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89F85-103E-DCD7-E754-923AC726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9EC17-6840-9E38-62C1-922C6A61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81C00-0DFD-CD32-D247-69F8CCA6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FB94-C76A-F10F-78BD-64437689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B013-0B95-5343-5D8F-A113980E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BB4AE-86F9-07D9-7529-337781AA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1828D-78EA-E2A0-0CB3-42540D57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4C8C6-5A86-265E-D83F-6281D87D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C9E26-3669-2B56-D96D-EB364066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2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C8CD-9C8E-681A-83B1-A1B98121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EF049-30B9-6EB7-54EE-186B1F45F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F4496-74FC-2858-B9F3-D570D2E51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82095-5649-6785-1CDE-F31175BD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756B3-E110-91F4-B0B5-CBC98AFC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4C91A-9880-0441-B633-14B3F80D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75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9658-421A-5EDD-4FAF-654FAAFA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46B4E-C6AB-85FA-BA6D-B7623A24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08F3-6A85-13E4-B5C1-A83BCE0B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935BE-6CE4-5047-4BD5-F3A5E60F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B851-F5AA-C1F2-98A8-9CF8908D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6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D8A15-A50C-DB3D-C7BB-9C00D582A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A1DA3-CC90-7D89-F330-8CBE0182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1CDB0-7133-5115-B956-13A4AB06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4C390-8C02-17F1-F760-ACC78D19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9C0FF-7109-331F-F427-C4491E80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2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665AB-8601-73ED-BE40-0FD8F6E3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5850F-AAEF-714A-9762-662B88DC4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3DA5-0740-B411-47B0-D92569665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35360-8563-47B8-8857-86AE35EC80C7}" type="datetimeFigureOut">
              <a:rPr lang="en-US" smtClean="0"/>
              <a:t>7/19/2022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E06D-9579-A18B-B2B1-44A4A6B15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70EDC-6C9E-E053-50C6-071BE7CE8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C956-1EDC-4634-BC1D-66C64024D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4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D02F9-2555-9388-CE61-6F7BD192F2AB}"/>
              </a:ext>
            </a:extLst>
          </p:cNvPr>
          <p:cNvSpPr txBox="1"/>
          <p:nvPr/>
        </p:nvSpPr>
        <p:spPr>
          <a:xfrm>
            <a:off x="3703562" y="1702191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7030A0"/>
                </a:solidFill>
                <a:latin typeface="Bauhaus 93" panose="04030905020B02020C02" pitchFamily="82" charset="0"/>
              </a:rPr>
              <a:t>LS9 Webpage update code flow</a:t>
            </a:r>
          </a:p>
        </p:txBody>
      </p:sp>
    </p:spTree>
    <p:extLst>
      <p:ext uri="{BB962C8B-B14F-4D97-AF65-F5344CB8AC3E}">
        <p14:creationId xmlns:p14="http://schemas.microsoft.com/office/powerpoint/2010/main" val="1249499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749B67-5427-EA5F-DAE1-8ED8CD7A4C05}"/>
              </a:ext>
            </a:extLst>
          </p:cNvPr>
          <p:cNvSpPr/>
          <p:nvPr/>
        </p:nvSpPr>
        <p:spPr>
          <a:xfrm>
            <a:off x="5453269" y="33229"/>
            <a:ext cx="1099931" cy="39756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9C3C95-62BC-93A4-788C-A8F2B9C50C1F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 flipH="1">
            <a:off x="6003234" y="430794"/>
            <a:ext cx="1" cy="15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BD3C8D9-0A92-190E-ECF2-1DDF0F5B92B3}"/>
              </a:ext>
            </a:extLst>
          </p:cNvPr>
          <p:cNvSpPr/>
          <p:nvPr/>
        </p:nvSpPr>
        <p:spPr>
          <a:xfrm>
            <a:off x="5453269" y="582481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 options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57500D-EA8D-EDC3-C29B-D01CCC1E01EE}"/>
              </a:ext>
            </a:extLst>
          </p:cNvPr>
          <p:cNvSpPr/>
          <p:nvPr/>
        </p:nvSpPr>
        <p:spPr>
          <a:xfrm>
            <a:off x="1722783" y="563216"/>
            <a:ext cx="1099929" cy="5400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same FW Loop update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E164F1-01EF-B489-AF3A-65E42F0ED49E}"/>
              </a:ext>
            </a:extLst>
          </p:cNvPr>
          <p:cNvSpPr/>
          <p:nvPr/>
        </p:nvSpPr>
        <p:spPr>
          <a:xfrm>
            <a:off x="636102" y="1795664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043BE1-FD20-D7CB-D4B0-88F3DF56A219}"/>
              </a:ext>
            </a:extLst>
          </p:cNvPr>
          <p:cNvSpPr/>
          <p:nvPr/>
        </p:nvSpPr>
        <p:spPr>
          <a:xfrm>
            <a:off x="2065681" y="1828783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573451-B0C1-1215-BDAC-7F4CCFE6DE17}"/>
              </a:ext>
            </a:extLst>
          </p:cNvPr>
          <p:cNvSpPr/>
          <p:nvPr/>
        </p:nvSpPr>
        <p:spPr>
          <a:xfrm>
            <a:off x="3398255" y="1802997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LS9+Chrome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B006A6-4E82-021C-5563-5EB8AD96CBAC}"/>
              </a:ext>
            </a:extLst>
          </p:cNvPr>
          <p:cNvSpPr/>
          <p:nvPr/>
        </p:nvSpPr>
        <p:spPr>
          <a:xfrm>
            <a:off x="5466802" y="1991115"/>
            <a:ext cx="1099929" cy="4174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E0CEC46-3ABF-3F92-8BF2-F3FF0364584F}"/>
              </a:ext>
            </a:extLst>
          </p:cNvPr>
          <p:cNvCxnSpPr>
            <a:cxnSpLocks/>
            <a:stCxn id="143" idx="1"/>
            <a:endCxn id="32" idx="0"/>
          </p:cNvCxnSpPr>
          <p:nvPr/>
        </p:nvCxnSpPr>
        <p:spPr>
          <a:xfrm rot="10800000">
            <a:off x="2272748" y="563217"/>
            <a:ext cx="3402774" cy="805669"/>
          </a:xfrm>
          <a:prstGeom prst="bentConnector4">
            <a:avLst>
              <a:gd name="adj1" fmla="val 41919"/>
              <a:gd name="adj2" fmla="val 12837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B34C51-B166-22AE-F589-80AC82B26E0C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2266122" y="1103237"/>
            <a:ext cx="6626" cy="427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0E7498-2440-5CB4-E936-507E212BD2A5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3948220" y="1524710"/>
            <a:ext cx="9943" cy="27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DFA5F8E-7816-84B8-68DF-3E74AC142B84}"/>
              </a:ext>
            </a:extLst>
          </p:cNvPr>
          <p:cNvCxnSpPr>
            <a:cxnSpLocks/>
          </p:cNvCxnSpPr>
          <p:nvPr/>
        </p:nvCxnSpPr>
        <p:spPr>
          <a:xfrm>
            <a:off x="2609019" y="1513608"/>
            <a:ext cx="0" cy="31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Diamond 60">
            <a:extLst>
              <a:ext uri="{FF2B5EF4-FFF2-40B4-BE49-F238E27FC236}">
                <a16:creationId xmlns:a16="http://schemas.microsoft.com/office/drawing/2014/main" id="{7CA99781-F3E0-6C33-4196-3E9A0FB99DA8}"/>
              </a:ext>
            </a:extLst>
          </p:cNvPr>
          <p:cNvSpPr/>
          <p:nvPr/>
        </p:nvSpPr>
        <p:spPr>
          <a:xfrm>
            <a:off x="828258" y="2584175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FS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07CEE4D-E68D-5647-19C7-A6CD385D6045}"/>
              </a:ext>
            </a:extLst>
          </p:cNvPr>
          <p:cNvCxnSpPr>
            <a:cxnSpLocks/>
            <a:stCxn id="61" idx="1"/>
          </p:cNvCxnSpPr>
          <p:nvPr/>
        </p:nvCxnSpPr>
        <p:spPr>
          <a:xfrm rot="10800000" flipV="1">
            <a:off x="828258" y="3008243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01D020A-7CFA-ADFA-FF49-08E008507BDA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1543874" y="3008244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BDA6080-3E02-A766-D97D-89F9F2B15F2C}"/>
              </a:ext>
            </a:extLst>
          </p:cNvPr>
          <p:cNvCxnSpPr>
            <a:cxnSpLocks/>
            <a:stCxn id="33" idx="2"/>
            <a:endCxn id="61" idx="0"/>
          </p:cNvCxnSpPr>
          <p:nvPr/>
        </p:nvCxnSpPr>
        <p:spPr>
          <a:xfrm flipH="1">
            <a:off x="1186066" y="2339001"/>
            <a:ext cx="1" cy="24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622DC3A-6FA4-F013-D80E-99954BCB3C65}"/>
              </a:ext>
            </a:extLst>
          </p:cNvPr>
          <p:cNvSpPr txBox="1"/>
          <p:nvPr/>
        </p:nvSpPr>
        <p:spPr>
          <a:xfrm>
            <a:off x="1421881" y="2710945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039FEA-8A4F-2120-A8CA-C359D52D77B8}"/>
              </a:ext>
            </a:extLst>
          </p:cNvPr>
          <p:cNvSpPr txBox="1"/>
          <p:nvPr/>
        </p:nvSpPr>
        <p:spPr>
          <a:xfrm>
            <a:off x="394817" y="2696178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Fac=0</a:t>
            </a: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BBFB7B03-84D7-899B-78A7-0C0714CB35EA}"/>
              </a:ext>
            </a:extLst>
          </p:cNvPr>
          <p:cNvSpPr/>
          <p:nvPr/>
        </p:nvSpPr>
        <p:spPr>
          <a:xfrm>
            <a:off x="1919905" y="2946259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1.28</a:t>
            </a: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927035F0-DD27-C13A-0332-96265986080C}"/>
              </a:ext>
            </a:extLst>
          </p:cNvPr>
          <p:cNvSpPr/>
          <p:nvPr/>
        </p:nvSpPr>
        <p:spPr>
          <a:xfrm>
            <a:off x="2742094" y="2904055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1.36</a:t>
            </a: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3CB2CE05-B55B-CCF3-587B-F4104E2261CE}"/>
              </a:ext>
            </a:extLst>
          </p:cNvPr>
          <p:cNvSpPr/>
          <p:nvPr/>
        </p:nvSpPr>
        <p:spPr>
          <a:xfrm>
            <a:off x="3564283" y="2886602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1.44</a:t>
            </a: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54FD33-B2A8-5ED4-22E5-37E82D738F61}"/>
              </a:ext>
            </a:extLst>
          </p:cNvPr>
          <p:cNvSpPr/>
          <p:nvPr/>
        </p:nvSpPr>
        <p:spPr>
          <a:xfrm>
            <a:off x="4449414" y="2889504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1.52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3F41DCD-DE9B-76FD-CCDF-5426A30098C4}"/>
              </a:ext>
            </a:extLst>
          </p:cNvPr>
          <p:cNvCxnSpPr>
            <a:cxnSpLocks/>
            <a:stCxn id="95" idx="0"/>
            <a:endCxn id="98" idx="0"/>
          </p:cNvCxnSpPr>
          <p:nvPr/>
        </p:nvCxnSpPr>
        <p:spPr>
          <a:xfrm rot="5400000" flipH="1" flipV="1">
            <a:off x="3514090" y="1653128"/>
            <a:ext cx="56755" cy="2529509"/>
          </a:xfrm>
          <a:prstGeom prst="bentConnector3">
            <a:avLst>
              <a:gd name="adj1" fmla="val 50278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CC02583-7DD1-7F4A-5606-005B3D37F08C}"/>
              </a:ext>
            </a:extLst>
          </p:cNvPr>
          <p:cNvCxnSpPr>
            <a:cxnSpLocks/>
          </p:cNvCxnSpPr>
          <p:nvPr/>
        </p:nvCxnSpPr>
        <p:spPr>
          <a:xfrm>
            <a:off x="3088305" y="2678765"/>
            <a:ext cx="1" cy="22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D36E1FC-6DA5-CB18-8C63-04235ABAD662}"/>
              </a:ext>
            </a:extLst>
          </p:cNvPr>
          <p:cNvCxnSpPr>
            <a:cxnSpLocks/>
          </p:cNvCxnSpPr>
          <p:nvPr/>
        </p:nvCxnSpPr>
        <p:spPr>
          <a:xfrm>
            <a:off x="3898898" y="2692079"/>
            <a:ext cx="1" cy="22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6CF6E17-4B40-AAC8-43A6-5FFA1AFF98FC}"/>
              </a:ext>
            </a:extLst>
          </p:cNvPr>
          <p:cNvCxnSpPr>
            <a:cxnSpLocks/>
          </p:cNvCxnSpPr>
          <p:nvPr/>
        </p:nvCxnSpPr>
        <p:spPr>
          <a:xfrm>
            <a:off x="2732978" y="2372120"/>
            <a:ext cx="0" cy="32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D8467F8D-2A4D-0ED7-0325-E641D9B6A17D}"/>
              </a:ext>
            </a:extLst>
          </p:cNvPr>
          <p:cNvCxnSpPr>
            <a:cxnSpLocks/>
            <a:stCxn id="98" idx="2"/>
          </p:cNvCxnSpPr>
          <p:nvPr/>
        </p:nvCxnSpPr>
        <p:spPr>
          <a:xfrm rot="5400000">
            <a:off x="4208116" y="3595214"/>
            <a:ext cx="456678" cy="7415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2EE09358-C9E1-8D30-726F-1B05D0B6975A}"/>
              </a:ext>
            </a:extLst>
          </p:cNvPr>
          <p:cNvCxnSpPr>
            <a:cxnSpLocks/>
            <a:stCxn id="95" idx="2"/>
          </p:cNvCxnSpPr>
          <p:nvPr/>
        </p:nvCxnSpPr>
        <p:spPr>
          <a:xfrm rot="16200000" flipH="1">
            <a:off x="2422916" y="3649194"/>
            <a:ext cx="425211" cy="7156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360826D7-E137-DEC7-EE3F-866EF6564875}"/>
              </a:ext>
            </a:extLst>
          </p:cNvPr>
          <p:cNvCxnSpPr>
            <a:cxnSpLocks/>
          </p:cNvCxnSpPr>
          <p:nvPr/>
        </p:nvCxnSpPr>
        <p:spPr>
          <a:xfrm rot="5400000">
            <a:off x="3593410" y="3835164"/>
            <a:ext cx="456678" cy="1752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FA6D33B9-DD2E-804C-5DEB-590563B8B3B2}"/>
              </a:ext>
            </a:extLst>
          </p:cNvPr>
          <p:cNvCxnSpPr>
            <a:cxnSpLocks/>
            <a:stCxn id="96" idx="2"/>
            <a:endCxn id="179" idx="0"/>
          </p:cNvCxnSpPr>
          <p:nvPr/>
        </p:nvCxnSpPr>
        <p:spPr>
          <a:xfrm rot="16200000" flipH="1">
            <a:off x="3139111" y="3712984"/>
            <a:ext cx="367194" cy="4456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Diamond 119">
            <a:extLst>
              <a:ext uri="{FF2B5EF4-FFF2-40B4-BE49-F238E27FC236}">
                <a16:creationId xmlns:a16="http://schemas.microsoft.com/office/drawing/2014/main" id="{F49EB691-26F0-B9DA-2F59-71878F717115}"/>
              </a:ext>
            </a:extLst>
          </p:cNvPr>
          <p:cNvSpPr/>
          <p:nvPr/>
        </p:nvSpPr>
        <p:spPr>
          <a:xfrm>
            <a:off x="665378" y="4599779"/>
            <a:ext cx="1083906" cy="54333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29299699-2476-5AE7-390A-20A111F7BAD9}"/>
              </a:ext>
            </a:extLst>
          </p:cNvPr>
          <p:cNvCxnSpPr>
            <a:cxnSpLocks/>
            <a:stCxn id="418" idx="2"/>
            <a:endCxn id="120" idx="0"/>
          </p:cNvCxnSpPr>
          <p:nvPr/>
        </p:nvCxnSpPr>
        <p:spPr>
          <a:xfrm>
            <a:off x="1199775" y="4181520"/>
            <a:ext cx="7556" cy="41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72CA2302-8740-6FCA-CA77-8EB87C6620F1}"/>
              </a:ext>
            </a:extLst>
          </p:cNvPr>
          <p:cNvSpPr txBox="1"/>
          <p:nvPr/>
        </p:nvSpPr>
        <p:spPr>
          <a:xfrm>
            <a:off x="1680655" y="4570843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B23E3BD-DA0B-60FD-EF28-33F01D15CA7F}"/>
              </a:ext>
            </a:extLst>
          </p:cNvPr>
          <p:cNvSpPr txBox="1"/>
          <p:nvPr/>
        </p:nvSpPr>
        <p:spPr>
          <a:xfrm>
            <a:off x="324352" y="4570522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F9A8A6A-B8A2-C7E3-D3F9-33F517F3C677}"/>
              </a:ext>
            </a:extLst>
          </p:cNvPr>
          <p:cNvSpPr/>
          <p:nvPr/>
        </p:nvSpPr>
        <p:spPr>
          <a:xfrm>
            <a:off x="306670" y="5892069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Success</a:t>
            </a:r>
          </a:p>
        </p:txBody>
      </p: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3EAD8435-B4B4-B73C-2AD7-EDB02D3B7559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4498184" y="2074666"/>
            <a:ext cx="196428" cy="45978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A7F2F8F-C7ED-91A9-4154-3A679BDDEEC3}"/>
              </a:ext>
            </a:extLst>
          </p:cNvPr>
          <p:cNvCxnSpPr>
            <a:cxnSpLocks/>
          </p:cNvCxnSpPr>
          <p:nvPr/>
        </p:nvCxnSpPr>
        <p:spPr>
          <a:xfrm>
            <a:off x="4651511" y="2523214"/>
            <a:ext cx="914400" cy="11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EAD2FADC-CEE1-E92E-A59F-3D906AE8BA7B}"/>
              </a:ext>
            </a:extLst>
          </p:cNvPr>
          <p:cNvCxnSpPr>
            <a:cxnSpLocks/>
          </p:cNvCxnSpPr>
          <p:nvPr/>
        </p:nvCxnSpPr>
        <p:spPr>
          <a:xfrm>
            <a:off x="5565911" y="2534452"/>
            <a:ext cx="0" cy="405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C8B1433-14DC-01B1-1CDB-D149626F9CB8}"/>
              </a:ext>
            </a:extLst>
          </p:cNvPr>
          <p:cNvCxnSpPr/>
          <p:nvPr/>
        </p:nvCxnSpPr>
        <p:spPr>
          <a:xfrm flipH="1">
            <a:off x="2411894" y="6588363"/>
            <a:ext cx="3154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D10E4916-2D72-B5E6-8735-5688B8458F25}"/>
              </a:ext>
            </a:extLst>
          </p:cNvPr>
          <p:cNvCxnSpPr>
            <a:cxnSpLocks/>
          </p:cNvCxnSpPr>
          <p:nvPr/>
        </p:nvCxnSpPr>
        <p:spPr>
          <a:xfrm>
            <a:off x="2411894" y="4443747"/>
            <a:ext cx="13251" cy="2144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870EB110-3360-373F-A70A-E1F0B78E1714}"/>
              </a:ext>
            </a:extLst>
          </p:cNvPr>
          <p:cNvCxnSpPr>
            <a:cxnSpLocks/>
          </p:cNvCxnSpPr>
          <p:nvPr/>
        </p:nvCxnSpPr>
        <p:spPr>
          <a:xfrm flipV="1">
            <a:off x="1870728" y="4432582"/>
            <a:ext cx="55441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C84FB346-7DE6-66AE-6B51-F8BE293D49DE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5180" y="3155176"/>
            <a:ext cx="2359560" cy="1838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: Elbow 279">
            <a:extLst>
              <a:ext uri="{FF2B5EF4-FFF2-40B4-BE49-F238E27FC236}">
                <a16:creationId xmlns:a16="http://schemas.microsoft.com/office/drawing/2014/main" id="{74C2C44A-16D3-ECAC-869F-45A98D20F42D}"/>
              </a:ext>
            </a:extLst>
          </p:cNvPr>
          <p:cNvCxnSpPr>
            <a:cxnSpLocks/>
            <a:stCxn id="35" idx="2"/>
            <a:endCxn id="34" idx="3"/>
          </p:cNvCxnSpPr>
          <p:nvPr/>
        </p:nvCxnSpPr>
        <p:spPr>
          <a:xfrm rot="5400000" flipH="1">
            <a:off x="3433974" y="1832088"/>
            <a:ext cx="245882" cy="782610"/>
          </a:xfrm>
          <a:prstGeom prst="bentConnector4">
            <a:avLst>
              <a:gd name="adj1" fmla="val -92971"/>
              <a:gd name="adj2" fmla="val 851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C062DF04-93FF-DB97-8C0A-6BDCBD3E0845}"/>
              </a:ext>
            </a:extLst>
          </p:cNvPr>
          <p:cNvSpPr/>
          <p:nvPr/>
        </p:nvSpPr>
        <p:spPr>
          <a:xfrm>
            <a:off x="9057861" y="559900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Upgrade and</a:t>
            </a:r>
          </a:p>
          <a:p>
            <a:pPr algn="ctr"/>
            <a:r>
              <a:rPr lang="en-US" sz="1200" dirty="0"/>
              <a:t>Downgrade update</a:t>
            </a:r>
          </a:p>
        </p:txBody>
      </p:sp>
      <p:cxnSp>
        <p:nvCxnSpPr>
          <p:cNvPr id="289" name="Connector: Elbow 288">
            <a:extLst>
              <a:ext uri="{FF2B5EF4-FFF2-40B4-BE49-F238E27FC236}">
                <a16:creationId xmlns:a16="http://schemas.microsoft.com/office/drawing/2014/main" id="{31146843-F8F2-C9A1-8901-1B2D4A79D721}"/>
              </a:ext>
            </a:extLst>
          </p:cNvPr>
          <p:cNvCxnSpPr>
            <a:cxnSpLocks/>
            <a:stCxn id="143" idx="3"/>
            <a:endCxn id="283" idx="0"/>
          </p:cNvCxnSpPr>
          <p:nvPr/>
        </p:nvCxnSpPr>
        <p:spPr>
          <a:xfrm flipV="1">
            <a:off x="6358009" y="559900"/>
            <a:ext cx="3249817" cy="808985"/>
          </a:xfrm>
          <a:prstGeom prst="bentConnector4">
            <a:avLst>
              <a:gd name="adj1" fmla="val 41539"/>
              <a:gd name="adj2" fmla="val 1282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Rectangle 296">
            <a:extLst>
              <a:ext uri="{FF2B5EF4-FFF2-40B4-BE49-F238E27FC236}">
                <a16:creationId xmlns:a16="http://schemas.microsoft.com/office/drawing/2014/main" id="{5FBDB79C-03C0-5A45-6E65-81E6E8B6ABD7}"/>
              </a:ext>
            </a:extLst>
          </p:cNvPr>
          <p:cNvSpPr/>
          <p:nvPr/>
        </p:nvSpPr>
        <p:spPr>
          <a:xfrm>
            <a:off x="8959384" y="1513608"/>
            <a:ext cx="1099929" cy="3870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08B17DEF-103B-565F-BA66-5E8F4CB5DAAD}"/>
              </a:ext>
            </a:extLst>
          </p:cNvPr>
          <p:cNvCxnSpPr>
            <a:cxnSpLocks/>
            <a:endCxn id="297" idx="0"/>
          </p:cNvCxnSpPr>
          <p:nvPr/>
        </p:nvCxnSpPr>
        <p:spPr>
          <a:xfrm>
            <a:off x="9509349" y="1109864"/>
            <a:ext cx="0" cy="403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Diamond 298">
            <a:extLst>
              <a:ext uri="{FF2B5EF4-FFF2-40B4-BE49-F238E27FC236}">
                <a16:creationId xmlns:a16="http://schemas.microsoft.com/office/drawing/2014/main" id="{2248FDD1-708A-C689-9358-032B1DF1EF67}"/>
              </a:ext>
            </a:extLst>
          </p:cNvPr>
          <p:cNvSpPr/>
          <p:nvPr/>
        </p:nvSpPr>
        <p:spPr>
          <a:xfrm>
            <a:off x="7274547" y="2044128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FS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1F4C57E8-2179-CCFC-E2EB-473D67469670}"/>
              </a:ext>
            </a:extLst>
          </p:cNvPr>
          <p:cNvSpPr txBox="1"/>
          <p:nvPr/>
        </p:nvSpPr>
        <p:spPr>
          <a:xfrm>
            <a:off x="7859046" y="2183107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Fac=1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DD6B262-EDAC-84BD-88E6-3298D4497AEA}"/>
              </a:ext>
            </a:extLst>
          </p:cNvPr>
          <p:cNvSpPr txBox="1"/>
          <p:nvPr/>
        </p:nvSpPr>
        <p:spPr>
          <a:xfrm>
            <a:off x="6755857" y="2200501"/>
            <a:ext cx="546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Fac=0</a:t>
            </a:r>
          </a:p>
        </p:txBody>
      </p:sp>
      <p:cxnSp>
        <p:nvCxnSpPr>
          <p:cNvPr id="314" name="Connector: Elbow 313">
            <a:extLst>
              <a:ext uri="{FF2B5EF4-FFF2-40B4-BE49-F238E27FC236}">
                <a16:creationId xmlns:a16="http://schemas.microsoft.com/office/drawing/2014/main" id="{24F5D694-BE2A-35C8-0819-970B23639F4B}"/>
              </a:ext>
            </a:extLst>
          </p:cNvPr>
          <p:cNvCxnSpPr>
            <a:cxnSpLocks/>
            <a:stCxn id="297" idx="1"/>
            <a:endCxn id="299" idx="0"/>
          </p:cNvCxnSpPr>
          <p:nvPr/>
        </p:nvCxnSpPr>
        <p:spPr>
          <a:xfrm rot="10800000" flipV="1">
            <a:off x="7632356" y="1707136"/>
            <a:ext cx="1327029" cy="3369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Diamond 316">
            <a:extLst>
              <a:ext uri="{FF2B5EF4-FFF2-40B4-BE49-F238E27FC236}">
                <a16:creationId xmlns:a16="http://schemas.microsoft.com/office/drawing/2014/main" id="{E088C4FF-8CF1-0384-5F35-62D931E06562}"/>
              </a:ext>
            </a:extLst>
          </p:cNvPr>
          <p:cNvSpPr/>
          <p:nvPr/>
        </p:nvSpPr>
        <p:spPr>
          <a:xfrm>
            <a:off x="6542795" y="5895308"/>
            <a:ext cx="1083905" cy="60082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 Checker</a:t>
            </a:r>
          </a:p>
        </p:txBody>
      </p: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A1B886AD-A752-A6E9-F23A-0CCEB6F61C7D}"/>
              </a:ext>
            </a:extLst>
          </p:cNvPr>
          <p:cNvCxnSpPr>
            <a:cxnSpLocks/>
            <a:stCxn id="317" idx="1"/>
            <a:endCxn id="36" idx="2"/>
          </p:cNvCxnSpPr>
          <p:nvPr/>
        </p:nvCxnSpPr>
        <p:spPr>
          <a:xfrm rot="10800000">
            <a:off x="6016767" y="2408564"/>
            <a:ext cx="526028" cy="37871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9C7A0535-7C8B-D209-B328-7945D9628DCB}"/>
              </a:ext>
            </a:extLst>
          </p:cNvPr>
          <p:cNvSpPr/>
          <p:nvPr/>
        </p:nvSpPr>
        <p:spPr>
          <a:xfrm>
            <a:off x="10086002" y="2106933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BBF885E0-DB68-FB50-20B2-9EDA8925DE9D}"/>
              </a:ext>
            </a:extLst>
          </p:cNvPr>
          <p:cNvCxnSpPr>
            <a:cxnSpLocks/>
            <a:stCxn id="317" idx="3"/>
          </p:cNvCxnSpPr>
          <p:nvPr/>
        </p:nvCxnSpPr>
        <p:spPr>
          <a:xfrm flipV="1">
            <a:off x="7626700" y="6195721"/>
            <a:ext cx="122164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B4FD5091-EEA9-4CD1-1385-F216E9814E15}"/>
              </a:ext>
            </a:extLst>
          </p:cNvPr>
          <p:cNvCxnSpPr>
            <a:cxnSpLocks/>
            <a:endCxn id="337" idx="1"/>
          </p:cNvCxnSpPr>
          <p:nvPr/>
        </p:nvCxnSpPr>
        <p:spPr>
          <a:xfrm flipV="1">
            <a:off x="8770752" y="2378602"/>
            <a:ext cx="1315250" cy="17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Diamond 373">
            <a:extLst>
              <a:ext uri="{FF2B5EF4-FFF2-40B4-BE49-F238E27FC236}">
                <a16:creationId xmlns:a16="http://schemas.microsoft.com/office/drawing/2014/main" id="{238BA12F-8F44-B616-00F4-E545734E1D7C}"/>
              </a:ext>
            </a:extLst>
          </p:cNvPr>
          <p:cNvSpPr/>
          <p:nvPr/>
        </p:nvSpPr>
        <p:spPr>
          <a:xfrm>
            <a:off x="9673992" y="3271251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1.36</a:t>
            </a:r>
          </a:p>
        </p:txBody>
      </p:sp>
      <p:sp>
        <p:nvSpPr>
          <p:cNvPr id="375" name="Diamond 374">
            <a:extLst>
              <a:ext uri="{FF2B5EF4-FFF2-40B4-BE49-F238E27FC236}">
                <a16:creationId xmlns:a16="http://schemas.microsoft.com/office/drawing/2014/main" id="{27818E29-0E07-9922-1BB4-5A4F09E67974}"/>
              </a:ext>
            </a:extLst>
          </p:cNvPr>
          <p:cNvSpPr/>
          <p:nvPr/>
        </p:nvSpPr>
        <p:spPr>
          <a:xfrm>
            <a:off x="10496181" y="3211594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1.44</a:t>
            </a:r>
          </a:p>
        </p:txBody>
      </p:sp>
      <p:sp>
        <p:nvSpPr>
          <p:cNvPr id="376" name="Diamond 375">
            <a:extLst>
              <a:ext uri="{FF2B5EF4-FFF2-40B4-BE49-F238E27FC236}">
                <a16:creationId xmlns:a16="http://schemas.microsoft.com/office/drawing/2014/main" id="{1F026365-0842-D82C-73C6-8A3BBA7DE9F8}"/>
              </a:ext>
            </a:extLst>
          </p:cNvPr>
          <p:cNvSpPr/>
          <p:nvPr/>
        </p:nvSpPr>
        <p:spPr>
          <a:xfrm>
            <a:off x="11381312" y="3214496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1.52</a:t>
            </a:r>
          </a:p>
        </p:txBody>
      </p:sp>
      <p:cxnSp>
        <p:nvCxnSpPr>
          <p:cNvPr id="377" name="Connector: Elbow 376">
            <a:extLst>
              <a:ext uri="{FF2B5EF4-FFF2-40B4-BE49-F238E27FC236}">
                <a16:creationId xmlns:a16="http://schemas.microsoft.com/office/drawing/2014/main" id="{8E59F028-851D-5B7D-AC2C-1D53B345E997}"/>
              </a:ext>
            </a:extLst>
          </p:cNvPr>
          <p:cNvCxnSpPr>
            <a:cxnSpLocks/>
            <a:endCxn id="376" idx="0"/>
          </p:cNvCxnSpPr>
          <p:nvPr/>
        </p:nvCxnSpPr>
        <p:spPr>
          <a:xfrm rot="5400000" flipH="1" flipV="1">
            <a:off x="10445988" y="1978120"/>
            <a:ext cx="56755" cy="2529509"/>
          </a:xfrm>
          <a:prstGeom prst="bentConnector3">
            <a:avLst>
              <a:gd name="adj1" fmla="val 50278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5818B12A-A24F-2B67-C8FA-A1FFF566CE42}"/>
              </a:ext>
            </a:extLst>
          </p:cNvPr>
          <p:cNvCxnSpPr>
            <a:cxnSpLocks/>
          </p:cNvCxnSpPr>
          <p:nvPr/>
        </p:nvCxnSpPr>
        <p:spPr>
          <a:xfrm>
            <a:off x="10020203" y="3045961"/>
            <a:ext cx="1" cy="22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84329115-5825-3EC8-72AF-02504193C630}"/>
              </a:ext>
            </a:extLst>
          </p:cNvPr>
          <p:cNvCxnSpPr>
            <a:cxnSpLocks/>
          </p:cNvCxnSpPr>
          <p:nvPr/>
        </p:nvCxnSpPr>
        <p:spPr>
          <a:xfrm>
            <a:off x="10830796" y="3017071"/>
            <a:ext cx="1" cy="225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Elbow 380">
            <a:extLst>
              <a:ext uri="{FF2B5EF4-FFF2-40B4-BE49-F238E27FC236}">
                <a16:creationId xmlns:a16="http://schemas.microsoft.com/office/drawing/2014/main" id="{BB8F943B-5923-C960-20F2-71422D3382CD}"/>
              </a:ext>
            </a:extLst>
          </p:cNvPr>
          <p:cNvCxnSpPr>
            <a:cxnSpLocks/>
            <a:stCxn id="376" idx="2"/>
            <a:endCxn id="230" idx="3"/>
          </p:cNvCxnSpPr>
          <p:nvPr/>
        </p:nvCxnSpPr>
        <p:spPr>
          <a:xfrm rot="5400000">
            <a:off x="11143281" y="3973175"/>
            <a:ext cx="506380" cy="6852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: Elbow 381">
            <a:extLst>
              <a:ext uri="{FF2B5EF4-FFF2-40B4-BE49-F238E27FC236}">
                <a16:creationId xmlns:a16="http://schemas.microsoft.com/office/drawing/2014/main" id="{F6B61105-059A-BD92-531A-ECA4E54391FF}"/>
              </a:ext>
            </a:extLst>
          </p:cNvPr>
          <p:cNvCxnSpPr>
            <a:cxnSpLocks/>
            <a:stCxn id="395" idx="2"/>
            <a:endCxn id="230" idx="1"/>
          </p:cNvCxnSpPr>
          <p:nvPr/>
        </p:nvCxnSpPr>
        <p:spPr>
          <a:xfrm rot="16200000" flipH="1">
            <a:off x="9360064" y="3946446"/>
            <a:ext cx="468659" cy="7764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: Elbow 382">
            <a:extLst>
              <a:ext uri="{FF2B5EF4-FFF2-40B4-BE49-F238E27FC236}">
                <a16:creationId xmlns:a16="http://schemas.microsoft.com/office/drawing/2014/main" id="{5025D64C-9C4D-CF85-245D-BCD881639221}"/>
              </a:ext>
            </a:extLst>
          </p:cNvPr>
          <p:cNvCxnSpPr>
            <a:cxnSpLocks/>
          </p:cNvCxnSpPr>
          <p:nvPr/>
        </p:nvCxnSpPr>
        <p:spPr>
          <a:xfrm rot="5400000">
            <a:off x="10548766" y="4106662"/>
            <a:ext cx="379727" cy="2053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: Elbow 383">
            <a:extLst>
              <a:ext uri="{FF2B5EF4-FFF2-40B4-BE49-F238E27FC236}">
                <a16:creationId xmlns:a16="http://schemas.microsoft.com/office/drawing/2014/main" id="{92F729AF-005C-36E2-9706-063C6ABB0887}"/>
              </a:ext>
            </a:extLst>
          </p:cNvPr>
          <p:cNvCxnSpPr>
            <a:cxnSpLocks/>
            <a:stCxn id="374" idx="2"/>
          </p:cNvCxnSpPr>
          <p:nvPr/>
        </p:nvCxnSpPr>
        <p:spPr>
          <a:xfrm rot="16200000" flipH="1">
            <a:off x="10008832" y="4142357"/>
            <a:ext cx="294132" cy="2481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FF36DCDD-4504-2E31-1A6E-8D0AC54E0B7A}"/>
              </a:ext>
            </a:extLst>
          </p:cNvPr>
          <p:cNvCxnSpPr>
            <a:cxnSpLocks/>
            <a:stCxn id="230" idx="2"/>
            <a:endCxn id="520" idx="0"/>
          </p:cNvCxnSpPr>
          <p:nvPr/>
        </p:nvCxnSpPr>
        <p:spPr>
          <a:xfrm>
            <a:off x="10518227" y="4738840"/>
            <a:ext cx="11442" cy="220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Diamond 394">
            <a:extLst>
              <a:ext uri="{FF2B5EF4-FFF2-40B4-BE49-F238E27FC236}">
                <a16:creationId xmlns:a16="http://schemas.microsoft.com/office/drawing/2014/main" id="{9C7DF454-9874-E7F1-E33F-775B67E27BD2}"/>
              </a:ext>
            </a:extLst>
          </p:cNvPr>
          <p:cNvSpPr/>
          <p:nvPr/>
        </p:nvSpPr>
        <p:spPr>
          <a:xfrm>
            <a:off x="8848348" y="3252217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1.28</a:t>
            </a:r>
          </a:p>
        </p:txBody>
      </p: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588235FB-055B-0BDD-2A6A-2219ED3E4234}"/>
              </a:ext>
            </a:extLst>
          </p:cNvPr>
          <p:cNvCxnSpPr>
            <a:cxnSpLocks/>
            <a:stCxn id="337" idx="2"/>
          </p:cNvCxnSpPr>
          <p:nvPr/>
        </p:nvCxnSpPr>
        <p:spPr>
          <a:xfrm>
            <a:off x="10635967" y="2650270"/>
            <a:ext cx="0" cy="311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E772801A-B9F6-70F5-532B-5EECB3B0E2BE}"/>
              </a:ext>
            </a:extLst>
          </p:cNvPr>
          <p:cNvCxnSpPr>
            <a:cxnSpLocks/>
          </p:cNvCxnSpPr>
          <p:nvPr/>
        </p:nvCxnSpPr>
        <p:spPr>
          <a:xfrm>
            <a:off x="8770752" y="2371205"/>
            <a:ext cx="81051" cy="3824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Rectangle: Rounded Corners 417">
            <a:extLst>
              <a:ext uri="{FF2B5EF4-FFF2-40B4-BE49-F238E27FC236}">
                <a16:creationId xmlns:a16="http://schemas.microsoft.com/office/drawing/2014/main" id="{C8FEF6AD-B7F5-36DF-0791-D1DFA963DC2F}"/>
              </a:ext>
            </a:extLst>
          </p:cNvPr>
          <p:cNvSpPr/>
          <p:nvPr/>
        </p:nvSpPr>
        <p:spPr>
          <a:xfrm>
            <a:off x="764843" y="3694468"/>
            <a:ext cx="869864" cy="4870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1C5971A0-084C-BCE4-C1BB-9F164003096E}"/>
              </a:ext>
            </a:extLst>
          </p:cNvPr>
          <p:cNvCxnSpPr/>
          <p:nvPr/>
        </p:nvCxnSpPr>
        <p:spPr>
          <a:xfrm>
            <a:off x="1186066" y="1550502"/>
            <a:ext cx="3621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508FA64-22FD-E93D-3C32-5BE1DBF2332A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186066" y="1559611"/>
            <a:ext cx="1" cy="236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: Elbow 445">
            <a:extLst>
              <a:ext uri="{FF2B5EF4-FFF2-40B4-BE49-F238E27FC236}">
                <a16:creationId xmlns:a16="http://schemas.microsoft.com/office/drawing/2014/main" id="{3083DB86-8431-140E-276C-9432BAAC35F3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4781379" y="1550502"/>
            <a:ext cx="685423" cy="6493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Diamond 467">
            <a:extLst>
              <a:ext uri="{FF2B5EF4-FFF2-40B4-BE49-F238E27FC236}">
                <a16:creationId xmlns:a16="http://schemas.microsoft.com/office/drawing/2014/main" id="{9742E02E-5FFA-959F-A613-02B3CD310F13}"/>
              </a:ext>
            </a:extLst>
          </p:cNvPr>
          <p:cNvSpPr/>
          <p:nvPr/>
        </p:nvSpPr>
        <p:spPr>
          <a:xfrm>
            <a:off x="3014211" y="4711131"/>
            <a:ext cx="1083906" cy="54333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431FBC1-9486-4E09-A0F9-1F51B151F558}"/>
              </a:ext>
            </a:extLst>
          </p:cNvPr>
          <p:cNvSpPr txBox="1"/>
          <p:nvPr/>
        </p:nvSpPr>
        <p:spPr>
          <a:xfrm>
            <a:off x="2673185" y="4681874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A95124AC-12CE-5E70-19FC-C34011AFF132}"/>
              </a:ext>
            </a:extLst>
          </p:cNvPr>
          <p:cNvCxnSpPr>
            <a:cxnSpLocks/>
            <a:stCxn id="179" idx="2"/>
            <a:endCxn id="468" idx="0"/>
          </p:cNvCxnSpPr>
          <p:nvPr/>
        </p:nvCxnSpPr>
        <p:spPr>
          <a:xfrm>
            <a:off x="3545514" y="4459040"/>
            <a:ext cx="10650" cy="252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Diamond 491">
            <a:extLst>
              <a:ext uri="{FF2B5EF4-FFF2-40B4-BE49-F238E27FC236}">
                <a16:creationId xmlns:a16="http://schemas.microsoft.com/office/drawing/2014/main" id="{1228154F-51A2-11DA-EE4F-BCE7CD3EA17E}"/>
              </a:ext>
            </a:extLst>
          </p:cNvPr>
          <p:cNvSpPr/>
          <p:nvPr/>
        </p:nvSpPr>
        <p:spPr>
          <a:xfrm>
            <a:off x="7064444" y="3978402"/>
            <a:ext cx="1083906" cy="54333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0CDA2BAF-C9D6-B46F-17E9-CA255802E9E0}"/>
              </a:ext>
            </a:extLst>
          </p:cNvPr>
          <p:cNvSpPr txBox="1"/>
          <p:nvPr/>
        </p:nvSpPr>
        <p:spPr>
          <a:xfrm>
            <a:off x="6806511" y="3865289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498" name="Rectangle: Rounded Corners 497">
            <a:extLst>
              <a:ext uri="{FF2B5EF4-FFF2-40B4-BE49-F238E27FC236}">
                <a16:creationId xmlns:a16="http://schemas.microsoft.com/office/drawing/2014/main" id="{4BD841E1-BAAB-F61A-6299-E4BEEF787479}"/>
              </a:ext>
            </a:extLst>
          </p:cNvPr>
          <p:cNvSpPr/>
          <p:nvPr/>
        </p:nvSpPr>
        <p:spPr>
          <a:xfrm>
            <a:off x="7181390" y="3237607"/>
            <a:ext cx="869864" cy="509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44D9DF80-F96B-35C1-4504-5EC163EBA5C5}"/>
              </a:ext>
            </a:extLst>
          </p:cNvPr>
          <p:cNvCxnSpPr>
            <a:cxnSpLocks/>
            <a:endCxn id="492" idx="0"/>
          </p:cNvCxnSpPr>
          <p:nvPr/>
        </p:nvCxnSpPr>
        <p:spPr>
          <a:xfrm>
            <a:off x="7596510" y="3747668"/>
            <a:ext cx="9887" cy="23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Diamond 519">
            <a:extLst>
              <a:ext uri="{FF2B5EF4-FFF2-40B4-BE49-F238E27FC236}">
                <a16:creationId xmlns:a16="http://schemas.microsoft.com/office/drawing/2014/main" id="{AAD1ADF2-AE9D-B6AE-8EA3-018BAD2842BD}"/>
              </a:ext>
            </a:extLst>
          </p:cNvPr>
          <p:cNvSpPr/>
          <p:nvPr/>
        </p:nvSpPr>
        <p:spPr>
          <a:xfrm>
            <a:off x="9987716" y="4958873"/>
            <a:ext cx="1083906" cy="543337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344EC1E-6157-AAE6-FEBE-AF04312E5D4B}"/>
              </a:ext>
            </a:extLst>
          </p:cNvPr>
          <p:cNvSpPr txBox="1"/>
          <p:nvPr/>
        </p:nvSpPr>
        <p:spPr>
          <a:xfrm>
            <a:off x="9576350" y="4929616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830B056E-9A57-E67E-267E-E90BDD227135}"/>
              </a:ext>
            </a:extLst>
          </p:cNvPr>
          <p:cNvSpPr txBox="1"/>
          <p:nvPr/>
        </p:nvSpPr>
        <p:spPr>
          <a:xfrm>
            <a:off x="10805567" y="4921006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False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DC7391A6-BAF6-567A-9793-BD9B351B9AB2}"/>
              </a:ext>
            </a:extLst>
          </p:cNvPr>
          <p:cNvSpPr txBox="1"/>
          <p:nvPr/>
        </p:nvSpPr>
        <p:spPr>
          <a:xfrm>
            <a:off x="3997839" y="4609001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303B762-4F69-86F0-5046-32422AE5980B}"/>
              </a:ext>
            </a:extLst>
          </p:cNvPr>
          <p:cNvSpPr txBox="1"/>
          <p:nvPr/>
        </p:nvSpPr>
        <p:spPr>
          <a:xfrm>
            <a:off x="7934542" y="3862727"/>
            <a:ext cx="725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E396F-1BE3-4F3E-357C-BB60A0E6CE72}"/>
              </a:ext>
            </a:extLst>
          </p:cNvPr>
          <p:cNvSpPr txBox="1"/>
          <p:nvPr/>
        </p:nvSpPr>
        <p:spPr>
          <a:xfrm>
            <a:off x="1824120" y="2096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510F048-B08D-4B6A-2968-E3EAD27CF62A}"/>
              </a:ext>
            </a:extLst>
          </p:cNvPr>
          <p:cNvSpPr txBox="1"/>
          <p:nvPr/>
        </p:nvSpPr>
        <p:spPr>
          <a:xfrm>
            <a:off x="9670730" y="181051"/>
            <a:ext cx="22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8D393D-6D65-5EBF-F68F-2354EF614D27}"/>
              </a:ext>
            </a:extLst>
          </p:cNvPr>
          <p:cNvSpPr txBox="1"/>
          <p:nvPr/>
        </p:nvSpPr>
        <p:spPr>
          <a:xfrm>
            <a:off x="1116572" y="120553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n2=1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AB5882D-8617-C122-9C68-01372B538EDA}"/>
              </a:ext>
            </a:extLst>
          </p:cNvPr>
          <p:cNvSpPr txBox="1"/>
          <p:nvPr/>
        </p:nvSpPr>
        <p:spPr>
          <a:xfrm>
            <a:off x="3523563" y="127600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n2=3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A0F4841-EDE1-CA63-C385-AB7209238776}"/>
              </a:ext>
            </a:extLst>
          </p:cNvPr>
          <p:cNvSpPr txBox="1"/>
          <p:nvPr/>
        </p:nvSpPr>
        <p:spPr>
          <a:xfrm>
            <a:off x="2532756" y="127142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n2=2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D3DC131-EB25-C3F4-A2A4-68E5A0EB21D0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>
            <a:off x="6003234" y="1125818"/>
            <a:ext cx="13533" cy="86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A2A6875-50B4-93B8-B0F6-93F668A179C9}"/>
              </a:ext>
            </a:extLst>
          </p:cNvPr>
          <p:cNvSpPr/>
          <p:nvPr/>
        </p:nvSpPr>
        <p:spPr>
          <a:xfrm>
            <a:off x="5675522" y="1247356"/>
            <a:ext cx="682487" cy="2430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n?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4D3D2DA-4CE7-5D9F-2765-585398E79E93}"/>
              </a:ext>
            </a:extLst>
          </p:cNvPr>
          <p:cNvCxnSpPr>
            <a:cxnSpLocks/>
            <a:stCxn id="120" idx="3"/>
            <a:endCxn id="174" idx="0"/>
          </p:cNvCxnSpPr>
          <p:nvPr/>
        </p:nvCxnSpPr>
        <p:spPr>
          <a:xfrm flipH="1">
            <a:off x="1742659" y="4871448"/>
            <a:ext cx="6625" cy="1020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2C71CD9-14B4-4FAD-442E-FB8CA25E6963}"/>
              </a:ext>
            </a:extLst>
          </p:cNvPr>
          <p:cNvCxnSpPr>
            <a:cxnSpLocks/>
            <a:stCxn id="120" idx="1"/>
            <a:endCxn id="134" idx="0"/>
          </p:cNvCxnSpPr>
          <p:nvPr/>
        </p:nvCxnSpPr>
        <p:spPr>
          <a:xfrm flipH="1">
            <a:off x="647914" y="4871448"/>
            <a:ext cx="17464" cy="1020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2C373E1-38E2-55D2-868F-7F8FAE56030E}"/>
              </a:ext>
            </a:extLst>
          </p:cNvPr>
          <p:cNvSpPr/>
          <p:nvPr/>
        </p:nvSpPr>
        <p:spPr>
          <a:xfrm>
            <a:off x="1401415" y="5892068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41863C1B-2D51-75AA-3D31-A1438773CC99}"/>
              </a:ext>
            </a:extLst>
          </p:cNvPr>
          <p:cNvSpPr/>
          <p:nvPr/>
        </p:nvSpPr>
        <p:spPr>
          <a:xfrm>
            <a:off x="3009918" y="4119387"/>
            <a:ext cx="1071191" cy="3396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0470495A-9384-F11B-3C42-1729818F9C08}"/>
              </a:ext>
            </a:extLst>
          </p:cNvPr>
          <p:cNvCxnSpPr>
            <a:cxnSpLocks/>
            <a:stCxn id="299" idx="1"/>
            <a:endCxn id="498" idx="1"/>
          </p:cNvCxnSpPr>
          <p:nvPr/>
        </p:nvCxnSpPr>
        <p:spPr>
          <a:xfrm rot="10800000" flipV="1">
            <a:off x="7181391" y="2468197"/>
            <a:ext cx="93157" cy="1023950"/>
          </a:xfrm>
          <a:prstGeom prst="bentConnector3">
            <a:avLst>
              <a:gd name="adj1" fmla="val 3453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: Elbow 463">
            <a:extLst>
              <a:ext uri="{FF2B5EF4-FFF2-40B4-BE49-F238E27FC236}">
                <a16:creationId xmlns:a16="http://schemas.microsoft.com/office/drawing/2014/main" id="{E9E89F9B-B0AA-4A3C-ED9C-819B2F372E53}"/>
              </a:ext>
            </a:extLst>
          </p:cNvPr>
          <p:cNvCxnSpPr>
            <a:stCxn id="299" idx="3"/>
          </p:cNvCxnSpPr>
          <p:nvPr/>
        </p:nvCxnSpPr>
        <p:spPr>
          <a:xfrm>
            <a:off x="7990163" y="2468197"/>
            <a:ext cx="305707" cy="102395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BB15FBF4-991A-823B-3112-CA6C05281E03}"/>
              </a:ext>
            </a:extLst>
          </p:cNvPr>
          <p:cNvCxnSpPr>
            <a:endCxn id="498" idx="3"/>
          </p:cNvCxnSpPr>
          <p:nvPr/>
        </p:nvCxnSpPr>
        <p:spPr>
          <a:xfrm flipH="1">
            <a:off x="8051254" y="3492147"/>
            <a:ext cx="244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Rectangle 208">
            <a:extLst>
              <a:ext uri="{FF2B5EF4-FFF2-40B4-BE49-F238E27FC236}">
                <a16:creationId xmlns:a16="http://schemas.microsoft.com/office/drawing/2014/main" id="{1F9205AC-9655-6F16-AD3C-93115B69DB2D}"/>
              </a:ext>
            </a:extLst>
          </p:cNvPr>
          <p:cNvSpPr/>
          <p:nvPr/>
        </p:nvSpPr>
        <p:spPr>
          <a:xfrm>
            <a:off x="3759307" y="5986046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D094D7EC-38A8-9FF7-D2D2-9740D4A52F38}"/>
              </a:ext>
            </a:extLst>
          </p:cNvPr>
          <p:cNvSpPr/>
          <p:nvPr/>
        </p:nvSpPr>
        <p:spPr>
          <a:xfrm>
            <a:off x="6758184" y="5041841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Success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35997D30-9B70-77DE-94E7-7AAE28BDD3CA}"/>
              </a:ext>
            </a:extLst>
          </p:cNvPr>
          <p:cNvCxnSpPr>
            <a:cxnSpLocks/>
            <a:stCxn id="468" idx="3"/>
            <a:endCxn id="209" idx="0"/>
          </p:cNvCxnSpPr>
          <p:nvPr/>
        </p:nvCxnSpPr>
        <p:spPr>
          <a:xfrm>
            <a:off x="4098117" y="4982800"/>
            <a:ext cx="2434" cy="1003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E9AB8053-09C8-0D09-45CB-D4ADCA43DFC2}"/>
              </a:ext>
            </a:extLst>
          </p:cNvPr>
          <p:cNvCxnSpPr>
            <a:cxnSpLocks/>
          </p:cNvCxnSpPr>
          <p:nvPr/>
        </p:nvCxnSpPr>
        <p:spPr>
          <a:xfrm flipH="1">
            <a:off x="3017942" y="4976631"/>
            <a:ext cx="6625" cy="1020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0F976B8-B69C-C590-BB76-28713705BA16}"/>
              </a:ext>
            </a:extLst>
          </p:cNvPr>
          <p:cNvSpPr/>
          <p:nvPr/>
        </p:nvSpPr>
        <p:spPr>
          <a:xfrm>
            <a:off x="7808620" y="5028242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5B4C88BB-C5DA-BAE6-4AE0-A45ECF653E25}"/>
              </a:ext>
            </a:extLst>
          </p:cNvPr>
          <p:cNvSpPr/>
          <p:nvPr/>
        </p:nvSpPr>
        <p:spPr>
          <a:xfrm>
            <a:off x="2765121" y="5978769"/>
            <a:ext cx="682487" cy="4626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Success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AB2B66C9-EC29-79DE-DFA7-F0B13836CAF6}"/>
              </a:ext>
            </a:extLst>
          </p:cNvPr>
          <p:cNvCxnSpPr>
            <a:cxnSpLocks/>
            <a:stCxn id="492" idx="1"/>
            <a:endCxn id="212" idx="0"/>
          </p:cNvCxnSpPr>
          <p:nvPr/>
        </p:nvCxnSpPr>
        <p:spPr>
          <a:xfrm>
            <a:off x="7064444" y="4250071"/>
            <a:ext cx="34984" cy="791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5F0861C7-7FCE-F676-3E40-C8168031C5E8}"/>
              </a:ext>
            </a:extLst>
          </p:cNvPr>
          <p:cNvCxnSpPr>
            <a:cxnSpLocks/>
            <a:stCxn id="492" idx="3"/>
            <a:endCxn id="219" idx="0"/>
          </p:cNvCxnSpPr>
          <p:nvPr/>
        </p:nvCxnSpPr>
        <p:spPr>
          <a:xfrm>
            <a:off x="8148350" y="4250071"/>
            <a:ext cx="1514" cy="778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8949D6AB-8988-4794-D6DF-105E94ACF98D}"/>
              </a:ext>
            </a:extLst>
          </p:cNvPr>
          <p:cNvSpPr/>
          <p:nvPr/>
        </p:nvSpPr>
        <p:spPr>
          <a:xfrm>
            <a:off x="9982631" y="4399187"/>
            <a:ext cx="1071191" cy="3396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D24F963A-938F-B55E-A6E6-4544F06980F3}"/>
              </a:ext>
            </a:extLst>
          </p:cNvPr>
          <p:cNvCxnSpPr>
            <a:cxnSpLocks/>
            <a:stCxn id="520" idx="3"/>
          </p:cNvCxnSpPr>
          <p:nvPr/>
        </p:nvCxnSpPr>
        <p:spPr>
          <a:xfrm>
            <a:off x="11071622" y="5230542"/>
            <a:ext cx="8293" cy="524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2CC9865D-001E-5A03-FFF6-D8F8E4A318A9}"/>
              </a:ext>
            </a:extLst>
          </p:cNvPr>
          <p:cNvSpPr/>
          <p:nvPr/>
        </p:nvSpPr>
        <p:spPr>
          <a:xfrm>
            <a:off x="10710535" y="5754932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7C59B2D-6681-9BFB-0BC5-E4D7505A49D1}"/>
              </a:ext>
            </a:extLst>
          </p:cNvPr>
          <p:cNvSpPr/>
          <p:nvPr/>
        </p:nvSpPr>
        <p:spPr>
          <a:xfrm>
            <a:off x="9663945" y="5777905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Success</a:t>
            </a: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D01C1C7C-FF5E-B80E-4726-95738864636A}"/>
              </a:ext>
            </a:extLst>
          </p:cNvPr>
          <p:cNvCxnSpPr>
            <a:cxnSpLocks/>
          </p:cNvCxnSpPr>
          <p:nvPr/>
        </p:nvCxnSpPr>
        <p:spPr>
          <a:xfrm>
            <a:off x="9971130" y="5226515"/>
            <a:ext cx="8293" cy="524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704C15DE-93C7-E2D8-31E2-53B24F4A150A}"/>
              </a:ext>
            </a:extLst>
          </p:cNvPr>
          <p:cNvCxnSpPr>
            <a:cxnSpLocks/>
            <a:stCxn id="212" idx="2"/>
            <a:endCxn id="317" idx="0"/>
          </p:cNvCxnSpPr>
          <p:nvPr/>
        </p:nvCxnSpPr>
        <p:spPr>
          <a:xfrm flipH="1">
            <a:off x="7084748" y="5509538"/>
            <a:ext cx="14680" cy="38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6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CA7F44-567D-2F80-A230-840BA4CC9C80}"/>
              </a:ext>
            </a:extLst>
          </p:cNvPr>
          <p:cNvSpPr/>
          <p:nvPr/>
        </p:nvSpPr>
        <p:spPr>
          <a:xfrm>
            <a:off x="5453267" y="578983"/>
            <a:ext cx="1099931" cy="39756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US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33E895-AD9B-AA14-B066-639B3433A50C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6003232" y="976548"/>
            <a:ext cx="1" cy="956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BEA7B3F-ACC1-5821-1C4D-25A53DFE187C}"/>
              </a:ext>
            </a:extLst>
          </p:cNvPr>
          <p:cNvSpPr/>
          <p:nvPr/>
        </p:nvSpPr>
        <p:spPr>
          <a:xfrm>
            <a:off x="5453267" y="1933320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 options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A870AF-4517-D685-C66C-860234D4E98C}"/>
              </a:ext>
            </a:extLst>
          </p:cNvPr>
          <p:cNvSpPr/>
          <p:nvPr/>
        </p:nvSpPr>
        <p:spPr>
          <a:xfrm>
            <a:off x="1722783" y="3503365"/>
            <a:ext cx="1099929" cy="5400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same FW Loop update 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EA0462A-6DE5-D83A-70A0-C41653DF4A51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2272749" y="2204989"/>
            <a:ext cx="3180519" cy="12983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564FF6A-6631-D822-FF3A-94BE78BA2D80}"/>
              </a:ext>
            </a:extLst>
          </p:cNvPr>
          <p:cNvSpPr/>
          <p:nvPr/>
        </p:nvSpPr>
        <p:spPr>
          <a:xfrm>
            <a:off x="5453267" y="3516285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Upgrade and</a:t>
            </a:r>
          </a:p>
          <a:p>
            <a:pPr algn="ctr"/>
            <a:r>
              <a:rPr lang="en-US" sz="1200" dirty="0"/>
              <a:t>Downgrade update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DD0A1D-AB27-CE84-744D-23B986E65323}"/>
              </a:ext>
            </a:extLst>
          </p:cNvPr>
          <p:cNvSpPr txBox="1"/>
          <p:nvPr/>
        </p:nvSpPr>
        <p:spPr>
          <a:xfrm>
            <a:off x="2293003" y="3059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76CB3F-B8B5-EF22-B28D-6CAAD0B2EFEB}"/>
              </a:ext>
            </a:extLst>
          </p:cNvPr>
          <p:cNvSpPr/>
          <p:nvPr/>
        </p:nvSpPr>
        <p:spPr>
          <a:xfrm>
            <a:off x="9406966" y="3516285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6E48F33-CF9C-A95D-21E1-1B2B264B109E}"/>
              </a:ext>
            </a:extLst>
          </p:cNvPr>
          <p:cNvCxnSpPr>
            <a:cxnSpLocks/>
            <a:stCxn id="4" idx="3"/>
            <a:endCxn id="27" idx="0"/>
          </p:cNvCxnSpPr>
          <p:nvPr/>
        </p:nvCxnSpPr>
        <p:spPr>
          <a:xfrm>
            <a:off x="6553196" y="2204989"/>
            <a:ext cx="3403735" cy="1311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96EE4A-F3F1-3F7F-1D86-200F83258C7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03232" y="2476657"/>
            <a:ext cx="0" cy="1039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6382B3D-F041-93CC-36FC-87B80F557CF6}"/>
              </a:ext>
            </a:extLst>
          </p:cNvPr>
          <p:cNvSpPr/>
          <p:nvPr/>
        </p:nvSpPr>
        <p:spPr>
          <a:xfrm>
            <a:off x="1722783" y="4932759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A76D59-71A2-6794-569F-035266AF3AB5}"/>
              </a:ext>
            </a:extLst>
          </p:cNvPr>
          <p:cNvSpPr/>
          <p:nvPr/>
        </p:nvSpPr>
        <p:spPr>
          <a:xfrm>
            <a:off x="5453267" y="4932758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N?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D9AEBB-7C98-3151-B9CD-BF31FCF7951C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>
            <a:off x="6003232" y="4059622"/>
            <a:ext cx="0" cy="873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3C1658-3989-6F10-2CDA-15DC8D3A0FE2}"/>
              </a:ext>
            </a:extLst>
          </p:cNvPr>
          <p:cNvCxnSpPr>
            <a:cxnSpLocks/>
          </p:cNvCxnSpPr>
          <p:nvPr/>
        </p:nvCxnSpPr>
        <p:spPr>
          <a:xfrm>
            <a:off x="2258680" y="4043386"/>
            <a:ext cx="0" cy="889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2CEC69B-528E-BE27-2C52-CD74E2E381B1}"/>
              </a:ext>
            </a:extLst>
          </p:cNvPr>
          <p:cNvSpPr txBox="1"/>
          <p:nvPr/>
        </p:nvSpPr>
        <p:spPr>
          <a:xfrm>
            <a:off x="6035522" y="29804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1C8223-B7C8-1957-42EC-DC7A7AAE9DC8}"/>
              </a:ext>
            </a:extLst>
          </p:cNvPr>
          <p:cNvSpPr txBox="1"/>
          <p:nvPr/>
        </p:nvSpPr>
        <p:spPr>
          <a:xfrm>
            <a:off x="9956930" y="30111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3495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6A800C-91DD-710D-9B8C-B6F7A12D70AC}"/>
              </a:ext>
            </a:extLst>
          </p:cNvPr>
          <p:cNvSpPr txBox="1"/>
          <p:nvPr/>
        </p:nvSpPr>
        <p:spPr>
          <a:xfrm>
            <a:off x="590843" y="407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FF2DC3-F49B-B716-4556-502AA6857F6B}"/>
              </a:ext>
            </a:extLst>
          </p:cNvPr>
          <p:cNvCxnSpPr>
            <a:cxnSpLocks/>
          </p:cNvCxnSpPr>
          <p:nvPr/>
        </p:nvCxnSpPr>
        <p:spPr>
          <a:xfrm flipH="1">
            <a:off x="3014865" y="1227656"/>
            <a:ext cx="1" cy="24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E0F3EB-E495-BEC1-68AF-BAA2E0A22EC5}"/>
              </a:ext>
            </a:extLst>
          </p:cNvPr>
          <p:cNvCxnSpPr>
            <a:cxnSpLocks/>
          </p:cNvCxnSpPr>
          <p:nvPr/>
        </p:nvCxnSpPr>
        <p:spPr>
          <a:xfrm>
            <a:off x="3040002" y="239058"/>
            <a:ext cx="7236331" cy="12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47E790-5A22-88C8-9D11-0613A3432896}"/>
              </a:ext>
            </a:extLst>
          </p:cNvPr>
          <p:cNvCxnSpPr>
            <a:cxnSpLocks/>
          </p:cNvCxnSpPr>
          <p:nvPr/>
        </p:nvCxnSpPr>
        <p:spPr>
          <a:xfrm flipH="1">
            <a:off x="10276333" y="235190"/>
            <a:ext cx="1" cy="24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6135AD-881C-D894-5212-3919D3AC6403}"/>
              </a:ext>
            </a:extLst>
          </p:cNvPr>
          <p:cNvCxnSpPr>
            <a:cxnSpLocks/>
            <a:endCxn id="175" idx="0"/>
          </p:cNvCxnSpPr>
          <p:nvPr/>
        </p:nvCxnSpPr>
        <p:spPr>
          <a:xfrm>
            <a:off x="5444310" y="208005"/>
            <a:ext cx="0" cy="297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29AF68-D49D-F15B-36DF-88608558A5ED}"/>
              </a:ext>
            </a:extLst>
          </p:cNvPr>
          <p:cNvCxnSpPr>
            <a:cxnSpLocks/>
            <a:endCxn id="190" idx="0"/>
          </p:cNvCxnSpPr>
          <p:nvPr/>
        </p:nvCxnSpPr>
        <p:spPr>
          <a:xfrm>
            <a:off x="7656050" y="250209"/>
            <a:ext cx="0" cy="2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79EDAD-70DF-A074-3A9E-1668B2C13BAB}"/>
              </a:ext>
            </a:extLst>
          </p:cNvPr>
          <p:cNvSpPr txBox="1"/>
          <p:nvPr/>
        </p:nvSpPr>
        <p:spPr>
          <a:xfrm>
            <a:off x="2356332" y="29289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n1=1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1B2A46-11D8-5179-E1A9-F6CA3E5371E8}"/>
              </a:ext>
            </a:extLst>
          </p:cNvPr>
          <p:cNvSpPr txBox="1"/>
          <p:nvPr/>
        </p:nvSpPr>
        <p:spPr>
          <a:xfrm>
            <a:off x="4686490" y="308280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n1=2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3A5B66-D553-F280-494B-BA6A3A36333B}"/>
              </a:ext>
            </a:extLst>
          </p:cNvPr>
          <p:cNvSpPr txBox="1"/>
          <p:nvPr/>
        </p:nvSpPr>
        <p:spPr>
          <a:xfrm>
            <a:off x="6957730" y="292895"/>
            <a:ext cx="68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n1=3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15B071-F8E0-6776-B8AF-9B23E8FFF023}"/>
              </a:ext>
            </a:extLst>
          </p:cNvPr>
          <p:cNvSpPr txBox="1"/>
          <p:nvPr/>
        </p:nvSpPr>
        <p:spPr>
          <a:xfrm>
            <a:off x="9478939" y="292895"/>
            <a:ext cx="65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n1=4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C75F360A-429B-2892-E038-7F36C22A1F41}"/>
              </a:ext>
            </a:extLst>
          </p:cNvPr>
          <p:cNvSpPr/>
          <p:nvPr/>
        </p:nvSpPr>
        <p:spPr>
          <a:xfrm>
            <a:off x="2642982" y="1458756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8B8D11D-DBA7-EFF0-301E-4DAF03F7D070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 flipV="1">
            <a:off x="2642982" y="1882824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B226A56-9BC1-917E-D8B1-18EDF71106CC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358598" y="1882825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888133F-05EC-1DEA-BCB0-C3458869EEB5}"/>
              </a:ext>
            </a:extLst>
          </p:cNvPr>
          <p:cNvSpPr txBox="1"/>
          <p:nvPr/>
        </p:nvSpPr>
        <p:spPr>
          <a:xfrm>
            <a:off x="2209541" y="1570759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2378713-D10E-8C1B-2F42-DB359C9398FA}"/>
              </a:ext>
            </a:extLst>
          </p:cNvPr>
          <p:cNvSpPr/>
          <p:nvPr/>
        </p:nvSpPr>
        <p:spPr>
          <a:xfrm>
            <a:off x="2579567" y="2569049"/>
            <a:ext cx="869864" cy="4870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EF861F-43CF-F9AB-F10B-91E3D7AEE55E}"/>
              </a:ext>
            </a:extLst>
          </p:cNvPr>
          <p:cNvSpPr txBox="1"/>
          <p:nvPr/>
        </p:nvSpPr>
        <p:spPr>
          <a:xfrm>
            <a:off x="3227121" y="1570758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5E39DB-64BC-422C-C36E-A1D6E50D50EF}"/>
              </a:ext>
            </a:extLst>
          </p:cNvPr>
          <p:cNvSpPr/>
          <p:nvPr/>
        </p:nvSpPr>
        <p:spPr>
          <a:xfrm>
            <a:off x="2451650" y="3429000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func1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146F94-DF9B-9E8B-C5E1-AB577CB54E2C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 flipH="1">
            <a:off x="3001615" y="3056101"/>
            <a:ext cx="12884" cy="37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FD4FB0-A77A-0F08-F71A-016DEA940405}"/>
              </a:ext>
            </a:extLst>
          </p:cNvPr>
          <p:cNvCxnSpPr>
            <a:cxnSpLocks/>
            <a:stCxn id="45" idx="2"/>
            <a:endCxn id="54" idx="0"/>
          </p:cNvCxnSpPr>
          <p:nvPr/>
        </p:nvCxnSpPr>
        <p:spPr>
          <a:xfrm>
            <a:off x="3001615" y="3972337"/>
            <a:ext cx="13243" cy="46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E0A4420-5F9C-ACAC-E3E2-AEAB40DCE8A9}"/>
              </a:ext>
            </a:extLst>
          </p:cNvPr>
          <p:cNvSpPr/>
          <p:nvPr/>
        </p:nvSpPr>
        <p:spPr>
          <a:xfrm>
            <a:off x="2464893" y="4440774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753C68-DAFF-C330-0C95-51ED350E7B83}"/>
              </a:ext>
            </a:extLst>
          </p:cNvPr>
          <p:cNvSpPr txBox="1"/>
          <p:nvPr/>
        </p:nvSpPr>
        <p:spPr>
          <a:xfrm>
            <a:off x="2459628" y="4206736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 sec</a:t>
            </a: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9D3ED5EA-1897-9AE6-0AEA-14ED7DF7BA74}"/>
              </a:ext>
            </a:extLst>
          </p:cNvPr>
          <p:cNvSpPr/>
          <p:nvPr/>
        </p:nvSpPr>
        <p:spPr>
          <a:xfrm>
            <a:off x="2490039" y="492660"/>
            <a:ext cx="1099926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D9B1E7A-E61E-9413-3A5F-0E2A6FB0D16B}"/>
              </a:ext>
            </a:extLst>
          </p:cNvPr>
          <p:cNvSpPr/>
          <p:nvPr/>
        </p:nvSpPr>
        <p:spPr>
          <a:xfrm>
            <a:off x="4111012" y="4481891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5C057924-643F-D9B9-B1EB-B7F288ADB23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324" y="3722096"/>
            <a:ext cx="3308628" cy="14895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CCAE9E9-23D4-AA9F-0CB1-B8440B7A0EA5}"/>
              </a:ext>
            </a:extLst>
          </p:cNvPr>
          <p:cNvSpPr txBox="1"/>
          <p:nvPr/>
        </p:nvSpPr>
        <p:spPr>
          <a:xfrm>
            <a:off x="2030379" y="4437829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pass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6A00B2-94E8-9853-CE1E-39884F52DC58}"/>
              </a:ext>
            </a:extLst>
          </p:cNvPr>
          <p:cNvSpPr txBox="1"/>
          <p:nvPr/>
        </p:nvSpPr>
        <p:spPr>
          <a:xfrm>
            <a:off x="3589965" y="4416380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fail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932129-1BE0-3AA3-AACF-69DD57F34845}"/>
              </a:ext>
            </a:extLst>
          </p:cNvPr>
          <p:cNvSpPr txBox="1"/>
          <p:nvPr/>
        </p:nvSpPr>
        <p:spPr>
          <a:xfrm>
            <a:off x="5316579" y="3332422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F321E8-52D9-9A38-415D-EC31561EE1B7}"/>
              </a:ext>
            </a:extLst>
          </p:cNvPr>
          <p:cNvSpPr txBox="1"/>
          <p:nvPr/>
        </p:nvSpPr>
        <p:spPr>
          <a:xfrm>
            <a:off x="3043775" y="4183694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D260308-0E9C-F182-E038-363D3478D5A2}"/>
              </a:ext>
            </a:extLst>
          </p:cNvPr>
          <p:cNvSpPr/>
          <p:nvPr/>
        </p:nvSpPr>
        <p:spPr>
          <a:xfrm>
            <a:off x="1523727" y="5189857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Thread1 completed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5BEEFE6-207B-8976-1AC7-124073813854}"/>
              </a:ext>
            </a:extLst>
          </p:cNvPr>
          <p:cNvSpPr/>
          <p:nvPr/>
        </p:nvSpPr>
        <p:spPr>
          <a:xfrm>
            <a:off x="1523728" y="5931583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Thread2 completed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992B149-CBB7-AECD-2D5C-8044335B0980}"/>
              </a:ext>
            </a:extLst>
          </p:cNvPr>
          <p:cNvCxnSpPr>
            <a:cxnSpLocks/>
          </p:cNvCxnSpPr>
          <p:nvPr/>
        </p:nvCxnSpPr>
        <p:spPr>
          <a:xfrm>
            <a:off x="2083293" y="4714828"/>
            <a:ext cx="20684" cy="465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8FDAD1D-6116-C19B-1693-4334AB1A4680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2079374" y="4712443"/>
            <a:ext cx="3855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D4566BE-D3AC-442C-AC2D-36D6484BC45D}"/>
              </a:ext>
            </a:extLst>
          </p:cNvPr>
          <p:cNvCxnSpPr>
            <a:stCxn id="93" idx="1"/>
          </p:cNvCxnSpPr>
          <p:nvPr/>
        </p:nvCxnSpPr>
        <p:spPr>
          <a:xfrm flipH="1" flipV="1">
            <a:off x="1029168" y="6121203"/>
            <a:ext cx="494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707C6DE-43EC-BE88-6F5F-FB47CCF916CF}"/>
              </a:ext>
            </a:extLst>
          </p:cNvPr>
          <p:cNvSpPr/>
          <p:nvPr/>
        </p:nvSpPr>
        <p:spPr>
          <a:xfrm>
            <a:off x="6277554" y="3429001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Version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2F903CE-B28B-BD02-9BAF-B33B12B239BC}"/>
              </a:ext>
            </a:extLst>
          </p:cNvPr>
          <p:cNvSpPr txBox="1"/>
          <p:nvPr/>
        </p:nvSpPr>
        <p:spPr>
          <a:xfrm>
            <a:off x="1125371" y="4882338"/>
            <a:ext cx="1132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OTP success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8B2148F-7873-3D21-79EF-F95FC2D4E36D}"/>
              </a:ext>
            </a:extLst>
          </p:cNvPr>
          <p:cNvCxnSpPr>
            <a:cxnSpLocks/>
            <a:stCxn id="54" idx="3"/>
            <a:endCxn id="67" idx="1"/>
          </p:cNvCxnSpPr>
          <p:nvPr/>
        </p:nvCxnSpPr>
        <p:spPr>
          <a:xfrm>
            <a:off x="3564822" y="4712443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5DDE363-D358-93D3-8CEC-B21BB7AD9779}"/>
              </a:ext>
            </a:extLst>
          </p:cNvPr>
          <p:cNvCxnSpPr>
            <a:cxnSpLocks/>
          </p:cNvCxnSpPr>
          <p:nvPr/>
        </p:nvCxnSpPr>
        <p:spPr>
          <a:xfrm>
            <a:off x="3519190" y="3613667"/>
            <a:ext cx="697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C6AB6C0-3577-EA0F-7885-54090218D89A}"/>
              </a:ext>
            </a:extLst>
          </p:cNvPr>
          <p:cNvCxnSpPr>
            <a:cxnSpLocks/>
            <a:endCxn id="116" idx="1"/>
          </p:cNvCxnSpPr>
          <p:nvPr/>
        </p:nvCxnSpPr>
        <p:spPr>
          <a:xfrm>
            <a:off x="5316580" y="3613667"/>
            <a:ext cx="960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8B75E16-D55D-1300-1504-F2BB9281A64B}"/>
              </a:ext>
            </a:extLst>
          </p:cNvPr>
          <p:cNvSpPr/>
          <p:nvPr/>
        </p:nvSpPr>
        <p:spPr>
          <a:xfrm>
            <a:off x="8570098" y="3442457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 capturing started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5848280-BD41-7A71-2A5A-66331557CD93}"/>
              </a:ext>
            </a:extLst>
          </p:cNvPr>
          <p:cNvCxnSpPr>
            <a:cxnSpLocks/>
            <a:endCxn id="130" idx="1"/>
          </p:cNvCxnSpPr>
          <p:nvPr/>
        </p:nvCxnSpPr>
        <p:spPr>
          <a:xfrm>
            <a:off x="7377483" y="3627123"/>
            <a:ext cx="1192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B6A6CD4-0B3D-8237-C14E-6E78B60FF386}"/>
              </a:ext>
            </a:extLst>
          </p:cNvPr>
          <p:cNvSpPr/>
          <p:nvPr/>
        </p:nvSpPr>
        <p:spPr>
          <a:xfrm>
            <a:off x="4534019" y="1636631"/>
            <a:ext cx="529281" cy="3776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Exit()</a:t>
            </a:r>
          </a:p>
        </p:txBody>
      </p:sp>
      <p:sp>
        <p:nvSpPr>
          <p:cNvPr id="140" name="Diamond 139">
            <a:extLst>
              <a:ext uri="{FF2B5EF4-FFF2-40B4-BE49-F238E27FC236}">
                <a16:creationId xmlns:a16="http://schemas.microsoft.com/office/drawing/2014/main" id="{A74A0516-BE96-3B59-3F8A-3CB219F7AD69}"/>
              </a:ext>
            </a:extLst>
          </p:cNvPr>
          <p:cNvSpPr/>
          <p:nvPr/>
        </p:nvSpPr>
        <p:spPr>
          <a:xfrm>
            <a:off x="4216649" y="3248776"/>
            <a:ext cx="119261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IP </a:t>
            </a:r>
            <a:r>
              <a:rPr lang="en-US" sz="1200" dirty="0" err="1"/>
              <a:t>addres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1CF9267-3487-178B-54CB-C4ED6278673A}"/>
              </a:ext>
            </a:extLst>
          </p:cNvPr>
          <p:cNvSpPr txBox="1"/>
          <p:nvPr/>
        </p:nvSpPr>
        <p:spPr>
          <a:xfrm>
            <a:off x="2970121" y="3167100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Thread1</a:t>
            </a:r>
          </a:p>
        </p:txBody>
      </p:sp>
      <p:sp>
        <p:nvSpPr>
          <p:cNvPr id="142" name="Diamond 141">
            <a:extLst>
              <a:ext uri="{FF2B5EF4-FFF2-40B4-BE49-F238E27FC236}">
                <a16:creationId xmlns:a16="http://schemas.microsoft.com/office/drawing/2014/main" id="{A18CA4C4-514F-AB16-A9EB-8F5F8B5E20FE}"/>
              </a:ext>
            </a:extLst>
          </p:cNvPr>
          <p:cNvSpPr/>
          <p:nvPr/>
        </p:nvSpPr>
        <p:spPr>
          <a:xfrm>
            <a:off x="4197190" y="2239317"/>
            <a:ext cx="1192617" cy="7577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setup()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DF66490-E839-A3B5-888D-E72C6098C2AE}"/>
              </a:ext>
            </a:extLst>
          </p:cNvPr>
          <p:cNvCxnSpPr>
            <a:cxnSpLocks/>
            <a:stCxn id="140" idx="0"/>
            <a:endCxn id="142" idx="2"/>
          </p:cNvCxnSpPr>
          <p:nvPr/>
        </p:nvCxnSpPr>
        <p:spPr>
          <a:xfrm flipH="1" flipV="1">
            <a:off x="4793499" y="2997111"/>
            <a:ext cx="19459" cy="25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04107059-9A9B-A310-D621-A735668C013D}"/>
              </a:ext>
            </a:extLst>
          </p:cNvPr>
          <p:cNvSpPr txBox="1"/>
          <p:nvPr/>
        </p:nvSpPr>
        <p:spPr>
          <a:xfrm>
            <a:off x="4339036" y="2992865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033E1FC-73DB-855B-CD79-1192145E27D7}"/>
              </a:ext>
            </a:extLst>
          </p:cNvPr>
          <p:cNvCxnSpPr>
            <a:cxnSpLocks/>
            <a:stCxn id="142" idx="0"/>
            <a:endCxn id="137" idx="2"/>
          </p:cNvCxnSpPr>
          <p:nvPr/>
        </p:nvCxnSpPr>
        <p:spPr>
          <a:xfrm flipV="1">
            <a:off x="4793499" y="2014323"/>
            <a:ext cx="5161" cy="22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B29E549-BF49-8FD1-E735-3A6ED9C893F1}"/>
              </a:ext>
            </a:extLst>
          </p:cNvPr>
          <p:cNvSpPr/>
          <p:nvPr/>
        </p:nvSpPr>
        <p:spPr>
          <a:xfrm>
            <a:off x="6277554" y="2453273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Luci()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405A62F-209A-94FA-2B43-97108B30FF2D}"/>
              </a:ext>
            </a:extLst>
          </p:cNvPr>
          <p:cNvCxnSpPr>
            <a:cxnSpLocks/>
            <a:stCxn id="142" idx="3"/>
            <a:endCxn id="152" idx="1"/>
          </p:cNvCxnSpPr>
          <p:nvPr/>
        </p:nvCxnSpPr>
        <p:spPr>
          <a:xfrm>
            <a:off x="5389807" y="2618214"/>
            <a:ext cx="887747" cy="1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98CF47F-5FB0-D826-E6EC-9688AE318FE8}"/>
              </a:ext>
            </a:extLst>
          </p:cNvPr>
          <p:cNvCxnSpPr>
            <a:stCxn id="147" idx="3"/>
          </p:cNvCxnSpPr>
          <p:nvPr/>
        </p:nvCxnSpPr>
        <p:spPr>
          <a:xfrm flipH="1">
            <a:off x="5063300" y="3131365"/>
            <a:ext cx="345966" cy="297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AA62E34D-8E62-E027-EA49-038294C1018F}"/>
              </a:ext>
            </a:extLst>
          </p:cNvPr>
          <p:cNvCxnSpPr>
            <a:cxnSpLocks/>
            <a:stCxn id="152" idx="3"/>
            <a:endCxn id="147" idx="3"/>
          </p:cNvCxnSpPr>
          <p:nvPr/>
        </p:nvCxnSpPr>
        <p:spPr>
          <a:xfrm flipH="1">
            <a:off x="5409266" y="2637939"/>
            <a:ext cx="1968217" cy="493426"/>
          </a:xfrm>
          <a:prstGeom prst="bentConnector3">
            <a:avLst>
              <a:gd name="adj1" fmla="val -116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31BB9A3C-45CC-AEF0-855C-E3E95D011EF0}"/>
              </a:ext>
            </a:extLst>
          </p:cNvPr>
          <p:cNvSpPr txBox="1"/>
          <p:nvPr/>
        </p:nvSpPr>
        <p:spPr>
          <a:xfrm>
            <a:off x="5323144" y="2289568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7B5DBF4-D251-48A0-6797-0B1932F3FAC0}"/>
              </a:ext>
            </a:extLst>
          </p:cNvPr>
          <p:cNvSpPr txBox="1"/>
          <p:nvPr/>
        </p:nvSpPr>
        <p:spPr>
          <a:xfrm>
            <a:off x="4233455" y="2019972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False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BF7D0E1-CE28-3096-D759-AA78E1723756}"/>
              </a:ext>
            </a:extLst>
          </p:cNvPr>
          <p:cNvSpPr/>
          <p:nvPr/>
        </p:nvSpPr>
        <p:spPr>
          <a:xfrm>
            <a:off x="3287952" y="5181977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Version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DDDCEED-BA8D-3298-126B-649F3A0C4D6F}"/>
              </a:ext>
            </a:extLst>
          </p:cNvPr>
          <p:cNvCxnSpPr>
            <a:cxnSpLocks/>
          </p:cNvCxnSpPr>
          <p:nvPr/>
        </p:nvCxnSpPr>
        <p:spPr>
          <a:xfrm>
            <a:off x="2734962" y="5384949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ABDB2C82-27BE-14BA-D82C-9F70A8BC81DA}"/>
              </a:ext>
            </a:extLst>
          </p:cNvPr>
          <p:cNvCxnSpPr>
            <a:cxnSpLocks/>
            <a:stCxn id="169" idx="3"/>
            <a:endCxn id="93" idx="0"/>
          </p:cNvCxnSpPr>
          <p:nvPr/>
        </p:nvCxnSpPr>
        <p:spPr>
          <a:xfrm flipH="1">
            <a:off x="2135648" y="5366643"/>
            <a:ext cx="2252233" cy="564940"/>
          </a:xfrm>
          <a:prstGeom prst="bentConnector4">
            <a:avLst>
              <a:gd name="adj1" fmla="val -10150"/>
              <a:gd name="adj2" fmla="val 663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Diamond 174">
            <a:extLst>
              <a:ext uri="{FF2B5EF4-FFF2-40B4-BE49-F238E27FC236}">
                <a16:creationId xmlns:a16="http://schemas.microsoft.com/office/drawing/2014/main" id="{F508C154-FDDA-60A0-6643-02F043DF577E}"/>
              </a:ext>
            </a:extLst>
          </p:cNvPr>
          <p:cNvSpPr/>
          <p:nvPr/>
        </p:nvSpPr>
        <p:spPr>
          <a:xfrm>
            <a:off x="4894346" y="505239"/>
            <a:ext cx="109992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2B843E0E-AFDB-AFDF-78A7-8C61B9DC6CB6}"/>
              </a:ext>
            </a:extLst>
          </p:cNvPr>
          <p:cNvCxnSpPr>
            <a:cxnSpLocks/>
          </p:cNvCxnSpPr>
          <p:nvPr/>
        </p:nvCxnSpPr>
        <p:spPr>
          <a:xfrm>
            <a:off x="3040002" y="208005"/>
            <a:ext cx="0" cy="256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Diamond 189">
            <a:extLst>
              <a:ext uri="{FF2B5EF4-FFF2-40B4-BE49-F238E27FC236}">
                <a16:creationId xmlns:a16="http://schemas.microsoft.com/office/drawing/2014/main" id="{1FB8D2E6-6F02-16E9-E03E-33F205847145}"/>
              </a:ext>
            </a:extLst>
          </p:cNvPr>
          <p:cNvSpPr/>
          <p:nvPr/>
        </p:nvSpPr>
        <p:spPr>
          <a:xfrm>
            <a:off x="7106086" y="543738"/>
            <a:ext cx="109992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LS9+</a:t>
            </a:r>
          </a:p>
          <a:p>
            <a:pPr algn="ctr"/>
            <a:r>
              <a:rPr lang="en-US" sz="1200" dirty="0"/>
              <a:t>cast</a:t>
            </a:r>
          </a:p>
        </p:txBody>
      </p:sp>
      <p:sp>
        <p:nvSpPr>
          <p:cNvPr id="195" name="Diamond 194">
            <a:extLst>
              <a:ext uri="{FF2B5EF4-FFF2-40B4-BE49-F238E27FC236}">
                <a16:creationId xmlns:a16="http://schemas.microsoft.com/office/drawing/2014/main" id="{FD4B4B2A-6A55-C935-C955-981CEC923A8E}"/>
              </a:ext>
            </a:extLst>
          </p:cNvPr>
          <p:cNvSpPr/>
          <p:nvPr/>
        </p:nvSpPr>
        <p:spPr>
          <a:xfrm>
            <a:off x="9709338" y="510415"/>
            <a:ext cx="109992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Exit()</a:t>
            </a:r>
          </a:p>
        </p:txBody>
      </p:sp>
    </p:spTree>
    <p:extLst>
      <p:ext uri="{BB962C8B-B14F-4D97-AF65-F5344CB8AC3E}">
        <p14:creationId xmlns:p14="http://schemas.microsoft.com/office/powerpoint/2010/main" val="344848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5B1470F-82F8-1D46-2436-121C4321BCE2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028829" y="1566053"/>
            <a:ext cx="1" cy="292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74445D-8E49-9FD0-6F6F-D41BB0AB8D6B}"/>
              </a:ext>
            </a:extLst>
          </p:cNvPr>
          <p:cNvSpPr txBox="1"/>
          <p:nvPr/>
        </p:nvSpPr>
        <p:spPr>
          <a:xfrm>
            <a:off x="2356807" y="37829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n1=2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1DA507D1-F039-C212-6566-D7C648D51335}"/>
              </a:ext>
            </a:extLst>
          </p:cNvPr>
          <p:cNvSpPr/>
          <p:nvPr/>
        </p:nvSpPr>
        <p:spPr>
          <a:xfrm>
            <a:off x="2478867" y="844762"/>
            <a:ext cx="1099926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F4369D-AB31-3D80-8DF5-314CCF75C51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028830" y="588607"/>
            <a:ext cx="0" cy="256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98955E-DCA5-02EF-7A56-FEFF420F6391}"/>
              </a:ext>
            </a:extLst>
          </p:cNvPr>
          <p:cNvSpPr/>
          <p:nvPr/>
        </p:nvSpPr>
        <p:spPr>
          <a:xfrm>
            <a:off x="2579567" y="1823462"/>
            <a:ext cx="869864" cy="4870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200119-9A41-E714-CD0A-6D53EFD47426}"/>
              </a:ext>
            </a:extLst>
          </p:cNvPr>
          <p:cNvSpPr/>
          <p:nvPr/>
        </p:nvSpPr>
        <p:spPr>
          <a:xfrm>
            <a:off x="2451650" y="2683413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A86BD1-0DAE-F8C7-CAFF-2E7B61EE448B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3001615" y="2310514"/>
            <a:ext cx="12884" cy="37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E5B935-50DD-5995-F74E-E45C9D45013E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>
            <a:off x="3001615" y="3226750"/>
            <a:ext cx="13243" cy="46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2CA5463-F518-6576-824A-45AD1BF0793B}"/>
              </a:ext>
            </a:extLst>
          </p:cNvPr>
          <p:cNvSpPr/>
          <p:nvPr/>
        </p:nvSpPr>
        <p:spPr>
          <a:xfrm>
            <a:off x="2464893" y="3695187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7A6250-73C8-198F-F3F3-1CB4FFA4BA43}"/>
              </a:ext>
            </a:extLst>
          </p:cNvPr>
          <p:cNvSpPr txBox="1"/>
          <p:nvPr/>
        </p:nvSpPr>
        <p:spPr>
          <a:xfrm>
            <a:off x="2459628" y="3461149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28 sec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53DAB1-71B5-F6EB-52C7-78D7AC464EA8}"/>
              </a:ext>
            </a:extLst>
          </p:cNvPr>
          <p:cNvSpPr/>
          <p:nvPr/>
        </p:nvSpPr>
        <p:spPr>
          <a:xfrm>
            <a:off x="4111012" y="3736304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92FDDE1-DA59-C2A0-AE8E-0A47F603B5D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324" y="2976509"/>
            <a:ext cx="3308628" cy="14895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2EDDDC2-38A0-2428-09D3-88AD2218563F}"/>
              </a:ext>
            </a:extLst>
          </p:cNvPr>
          <p:cNvSpPr txBox="1"/>
          <p:nvPr/>
        </p:nvSpPr>
        <p:spPr>
          <a:xfrm>
            <a:off x="2030379" y="3692242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E42799-DBB2-17D8-7C12-C27AA48DF409}"/>
              </a:ext>
            </a:extLst>
          </p:cNvPr>
          <p:cNvSpPr txBox="1"/>
          <p:nvPr/>
        </p:nvSpPr>
        <p:spPr>
          <a:xfrm>
            <a:off x="3589965" y="3670793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B06547-9C34-FA6B-1247-F3A2B1AA6BD9}"/>
              </a:ext>
            </a:extLst>
          </p:cNvPr>
          <p:cNvSpPr txBox="1"/>
          <p:nvPr/>
        </p:nvSpPr>
        <p:spPr>
          <a:xfrm>
            <a:off x="5316579" y="2586835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B4A5BA-C65B-80AB-8FC1-91F3812D93A3}"/>
              </a:ext>
            </a:extLst>
          </p:cNvPr>
          <p:cNvSpPr txBox="1"/>
          <p:nvPr/>
        </p:nvSpPr>
        <p:spPr>
          <a:xfrm>
            <a:off x="3043775" y="3438107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C27E56-D892-70E7-B89A-D1368E88C9F8}"/>
              </a:ext>
            </a:extLst>
          </p:cNvPr>
          <p:cNvSpPr/>
          <p:nvPr/>
        </p:nvSpPr>
        <p:spPr>
          <a:xfrm>
            <a:off x="1523727" y="4444270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Thread1 completed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E87854-D7EB-5C1E-AAD1-E754B2038B1D}"/>
              </a:ext>
            </a:extLst>
          </p:cNvPr>
          <p:cNvSpPr/>
          <p:nvPr/>
        </p:nvSpPr>
        <p:spPr>
          <a:xfrm>
            <a:off x="1523728" y="5185996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Thread2 completed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DCD9614-E41C-8E92-BF79-C327D366DB0E}"/>
              </a:ext>
            </a:extLst>
          </p:cNvPr>
          <p:cNvCxnSpPr>
            <a:cxnSpLocks/>
          </p:cNvCxnSpPr>
          <p:nvPr/>
        </p:nvCxnSpPr>
        <p:spPr>
          <a:xfrm>
            <a:off x="2083293" y="3969241"/>
            <a:ext cx="20684" cy="465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30259C-3206-4C33-FA68-5D2634ADCD9A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079374" y="3966856"/>
            <a:ext cx="3855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68EA74-BAB2-26AD-1A6E-E63EEB8BF9E4}"/>
              </a:ext>
            </a:extLst>
          </p:cNvPr>
          <p:cNvCxnSpPr>
            <a:stCxn id="36" idx="1"/>
          </p:cNvCxnSpPr>
          <p:nvPr/>
        </p:nvCxnSpPr>
        <p:spPr>
          <a:xfrm flipH="1" flipV="1">
            <a:off x="1029168" y="5375616"/>
            <a:ext cx="4945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8E1615F-4462-8E85-05CC-4ABCE958EB11}"/>
              </a:ext>
            </a:extLst>
          </p:cNvPr>
          <p:cNvSpPr/>
          <p:nvPr/>
        </p:nvSpPr>
        <p:spPr>
          <a:xfrm>
            <a:off x="6277554" y="2683414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Version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9651D3-68A1-D9A4-B61C-36B49E0113AD}"/>
              </a:ext>
            </a:extLst>
          </p:cNvPr>
          <p:cNvSpPr txBox="1"/>
          <p:nvPr/>
        </p:nvSpPr>
        <p:spPr>
          <a:xfrm>
            <a:off x="1125371" y="4136751"/>
            <a:ext cx="1132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OTP success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EB15D1-390D-FEBC-AF0D-DA46ABDC9679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3564822" y="3966856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8B197C-38B2-791A-5E3A-EE16E726629A}"/>
              </a:ext>
            </a:extLst>
          </p:cNvPr>
          <p:cNvCxnSpPr>
            <a:cxnSpLocks/>
          </p:cNvCxnSpPr>
          <p:nvPr/>
        </p:nvCxnSpPr>
        <p:spPr>
          <a:xfrm>
            <a:off x="3519190" y="2868080"/>
            <a:ext cx="697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5510E3-70C5-C400-2F6A-92885036BF3E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5316580" y="2868080"/>
            <a:ext cx="960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84910CD-BAF4-040A-92EC-74D303AF9ACC}"/>
              </a:ext>
            </a:extLst>
          </p:cNvPr>
          <p:cNvSpPr/>
          <p:nvPr/>
        </p:nvSpPr>
        <p:spPr>
          <a:xfrm>
            <a:off x="8570098" y="2696870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 capturing started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C9A6EC-484D-BB75-F610-AA210FDD07CE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7377483" y="2881536"/>
            <a:ext cx="1192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0E48044-F203-033F-84F8-E2D6B9925A3A}"/>
              </a:ext>
            </a:extLst>
          </p:cNvPr>
          <p:cNvSpPr/>
          <p:nvPr/>
        </p:nvSpPr>
        <p:spPr>
          <a:xfrm>
            <a:off x="4534019" y="891044"/>
            <a:ext cx="529281" cy="3776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Exit()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1F840110-3E9F-DF3A-45F9-248BA9D5B2B5}"/>
              </a:ext>
            </a:extLst>
          </p:cNvPr>
          <p:cNvSpPr/>
          <p:nvPr/>
        </p:nvSpPr>
        <p:spPr>
          <a:xfrm>
            <a:off x="4216649" y="2503189"/>
            <a:ext cx="119261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IP </a:t>
            </a:r>
            <a:r>
              <a:rPr lang="en-US" sz="1200" dirty="0" err="1"/>
              <a:t>addres</a:t>
            </a:r>
            <a:endParaRPr 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B23299-B3E5-CE17-B5FD-B7BEBD2E52EC}"/>
              </a:ext>
            </a:extLst>
          </p:cNvPr>
          <p:cNvSpPr txBox="1"/>
          <p:nvPr/>
        </p:nvSpPr>
        <p:spPr>
          <a:xfrm>
            <a:off x="2970121" y="2421513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Thread1</a:t>
            </a: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11A2357D-8F9F-12F7-3750-3AADD907C331}"/>
              </a:ext>
            </a:extLst>
          </p:cNvPr>
          <p:cNvSpPr/>
          <p:nvPr/>
        </p:nvSpPr>
        <p:spPr>
          <a:xfrm>
            <a:off x="4197190" y="1493730"/>
            <a:ext cx="1192617" cy="7577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setup()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1D4A92-71BE-84F3-8F72-3D9CA209C45C}"/>
              </a:ext>
            </a:extLst>
          </p:cNvPr>
          <p:cNvCxnSpPr>
            <a:cxnSpLocks/>
            <a:stCxn id="48" idx="0"/>
            <a:endCxn id="50" idx="2"/>
          </p:cNvCxnSpPr>
          <p:nvPr/>
        </p:nvCxnSpPr>
        <p:spPr>
          <a:xfrm flipH="1" flipV="1">
            <a:off x="4793499" y="2251524"/>
            <a:ext cx="19459" cy="25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CFCF5FF-7F87-E2E3-C25C-82269BA54BD3}"/>
              </a:ext>
            </a:extLst>
          </p:cNvPr>
          <p:cNvSpPr txBox="1"/>
          <p:nvPr/>
        </p:nvSpPr>
        <p:spPr>
          <a:xfrm>
            <a:off x="4339036" y="2247278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7717C3C-1C63-3239-02B4-2EF2FF052C7B}"/>
              </a:ext>
            </a:extLst>
          </p:cNvPr>
          <p:cNvCxnSpPr>
            <a:cxnSpLocks/>
            <a:stCxn id="50" idx="0"/>
            <a:endCxn id="47" idx="2"/>
          </p:cNvCxnSpPr>
          <p:nvPr/>
        </p:nvCxnSpPr>
        <p:spPr>
          <a:xfrm flipV="1">
            <a:off x="4793499" y="1268736"/>
            <a:ext cx="5161" cy="22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27BA5BC7-5950-776B-0351-6987F5B354B5}"/>
              </a:ext>
            </a:extLst>
          </p:cNvPr>
          <p:cNvSpPr/>
          <p:nvPr/>
        </p:nvSpPr>
        <p:spPr>
          <a:xfrm>
            <a:off x="6277554" y="1707686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Luci()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957CDD-85A3-8957-D857-FDE430D058E8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5389807" y="1872627"/>
            <a:ext cx="887747" cy="1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16612B2-2FD9-2667-D28A-5D5BED68D10A}"/>
              </a:ext>
            </a:extLst>
          </p:cNvPr>
          <p:cNvCxnSpPr>
            <a:stCxn id="52" idx="3"/>
          </p:cNvCxnSpPr>
          <p:nvPr/>
        </p:nvCxnSpPr>
        <p:spPr>
          <a:xfrm flipH="1">
            <a:off x="5063300" y="2385778"/>
            <a:ext cx="345966" cy="297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14DF1708-3655-BC61-B732-8FFB321E6257}"/>
              </a:ext>
            </a:extLst>
          </p:cNvPr>
          <p:cNvCxnSpPr>
            <a:cxnSpLocks/>
            <a:stCxn id="54" idx="3"/>
            <a:endCxn id="52" idx="3"/>
          </p:cNvCxnSpPr>
          <p:nvPr/>
        </p:nvCxnSpPr>
        <p:spPr>
          <a:xfrm flipH="1">
            <a:off x="5409266" y="1892352"/>
            <a:ext cx="1968217" cy="493426"/>
          </a:xfrm>
          <a:prstGeom prst="bentConnector3">
            <a:avLst>
              <a:gd name="adj1" fmla="val -116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9BE82D9-C649-D1CF-5BE5-2C593622410F}"/>
              </a:ext>
            </a:extLst>
          </p:cNvPr>
          <p:cNvSpPr txBox="1"/>
          <p:nvPr/>
        </p:nvSpPr>
        <p:spPr>
          <a:xfrm>
            <a:off x="5323144" y="1543981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CA7736-B52C-2BEE-4167-5F139257E614}"/>
              </a:ext>
            </a:extLst>
          </p:cNvPr>
          <p:cNvSpPr txBox="1"/>
          <p:nvPr/>
        </p:nvSpPr>
        <p:spPr>
          <a:xfrm>
            <a:off x="4233455" y="1274385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False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A4B502-7616-32DC-D2FA-3828CD36C1D5}"/>
              </a:ext>
            </a:extLst>
          </p:cNvPr>
          <p:cNvSpPr/>
          <p:nvPr/>
        </p:nvSpPr>
        <p:spPr>
          <a:xfrm>
            <a:off x="3287952" y="4436390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Version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537CD9-F2EF-023F-7FDF-2FC486BC9BDC}"/>
              </a:ext>
            </a:extLst>
          </p:cNvPr>
          <p:cNvCxnSpPr>
            <a:cxnSpLocks/>
          </p:cNvCxnSpPr>
          <p:nvPr/>
        </p:nvCxnSpPr>
        <p:spPr>
          <a:xfrm>
            <a:off x="2734962" y="4639362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D535F3D-F15B-E7B4-9297-CCA79EA893ED}"/>
              </a:ext>
            </a:extLst>
          </p:cNvPr>
          <p:cNvCxnSpPr>
            <a:cxnSpLocks/>
            <a:stCxn id="60" idx="3"/>
            <a:endCxn id="36" idx="0"/>
          </p:cNvCxnSpPr>
          <p:nvPr/>
        </p:nvCxnSpPr>
        <p:spPr>
          <a:xfrm flipH="1">
            <a:off x="2135648" y="4621056"/>
            <a:ext cx="2252233" cy="564940"/>
          </a:xfrm>
          <a:prstGeom prst="bentConnector4">
            <a:avLst>
              <a:gd name="adj1" fmla="val -10150"/>
              <a:gd name="adj2" fmla="val 663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68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246146-9381-A1BE-17D0-F305D86A5B5F}"/>
              </a:ext>
            </a:extLst>
          </p:cNvPr>
          <p:cNvSpPr/>
          <p:nvPr/>
        </p:nvSpPr>
        <p:spPr>
          <a:xfrm>
            <a:off x="5453267" y="1933320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E4CC4-8426-B4D5-848F-CB0A9B0A1460}"/>
              </a:ext>
            </a:extLst>
          </p:cNvPr>
          <p:cNvSpPr/>
          <p:nvPr/>
        </p:nvSpPr>
        <p:spPr>
          <a:xfrm>
            <a:off x="5453267" y="3157331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55FF24-55D4-27CC-7D0E-1B9D49A26D5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03232" y="2476657"/>
            <a:ext cx="0" cy="68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8873558-90BC-8891-F6CE-3C2D3D07818B}"/>
              </a:ext>
            </a:extLst>
          </p:cNvPr>
          <p:cNvSpPr/>
          <p:nvPr/>
        </p:nvSpPr>
        <p:spPr>
          <a:xfrm>
            <a:off x="5453267" y="874907"/>
            <a:ext cx="109992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LS9+</a:t>
            </a:r>
          </a:p>
          <a:p>
            <a:pPr algn="ctr"/>
            <a:r>
              <a:rPr lang="en-US" sz="1200" dirty="0"/>
              <a:t>cast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A1C73F-C2F1-A492-E0D5-8209F195A43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003230" y="1596198"/>
            <a:ext cx="2" cy="33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B745D9-E430-A332-AD3D-8E0C15CFF3B5}"/>
              </a:ext>
            </a:extLst>
          </p:cNvPr>
          <p:cNvSpPr txBox="1"/>
          <p:nvPr/>
        </p:nvSpPr>
        <p:spPr>
          <a:xfrm>
            <a:off x="2356807" y="378295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n1=3</a:t>
            </a:r>
          </a:p>
        </p:txBody>
      </p:sp>
    </p:spTree>
    <p:extLst>
      <p:ext uri="{BB962C8B-B14F-4D97-AF65-F5344CB8AC3E}">
        <p14:creationId xmlns:p14="http://schemas.microsoft.com/office/powerpoint/2010/main" val="156676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812209-1FA7-27B0-11A5-CC27369194DD}"/>
              </a:ext>
            </a:extLst>
          </p:cNvPr>
          <p:cNvSpPr txBox="1"/>
          <p:nvPr/>
        </p:nvSpPr>
        <p:spPr>
          <a:xfrm>
            <a:off x="590843" y="4079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D349A4DB-881D-7CD8-E53A-ED27941C5C60}"/>
              </a:ext>
            </a:extLst>
          </p:cNvPr>
          <p:cNvSpPr/>
          <p:nvPr/>
        </p:nvSpPr>
        <p:spPr>
          <a:xfrm>
            <a:off x="2642982" y="375539"/>
            <a:ext cx="715616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AFC9E03-9099-00B4-8BE1-5CA42619E6B0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642982" y="799607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11CDE18-9A6A-4B12-2226-0EDD076A3D2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358598" y="799608"/>
            <a:ext cx="12700" cy="91440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15AA51-7DC7-6E35-EEF7-0F4B41061783}"/>
              </a:ext>
            </a:extLst>
          </p:cNvPr>
          <p:cNvSpPr txBox="1"/>
          <p:nvPr/>
        </p:nvSpPr>
        <p:spPr>
          <a:xfrm>
            <a:off x="2209541" y="487542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A0AAC4-CA61-25AA-E3AE-1529B724E418}"/>
              </a:ext>
            </a:extLst>
          </p:cNvPr>
          <p:cNvSpPr/>
          <p:nvPr/>
        </p:nvSpPr>
        <p:spPr>
          <a:xfrm>
            <a:off x="2579567" y="1485832"/>
            <a:ext cx="869864" cy="4870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  <a:p>
            <a:pPr algn="ctr"/>
            <a:r>
              <a:rPr lang="en-US" sz="1200" dirty="0"/>
              <a:t>Iterations</a:t>
            </a:r>
          </a:p>
          <a:p>
            <a:pPr algn="ctr"/>
            <a:endParaRPr lang="en-US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9C52B-1E86-5A6D-74A4-A08A4D33103A}"/>
              </a:ext>
            </a:extLst>
          </p:cNvPr>
          <p:cNvSpPr txBox="1"/>
          <p:nvPr/>
        </p:nvSpPr>
        <p:spPr>
          <a:xfrm>
            <a:off x="3227121" y="487541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Fac=1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E55CA-82FD-76B4-809E-99813BADCE7B}"/>
              </a:ext>
            </a:extLst>
          </p:cNvPr>
          <p:cNvSpPr/>
          <p:nvPr/>
        </p:nvSpPr>
        <p:spPr>
          <a:xfrm>
            <a:off x="2451650" y="2345783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459593-CBA8-9622-D85A-C4B6557A9E9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3001615" y="1972884"/>
            <a:ext cx="12884" cy="37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27A9CF-0ADF-D610-049B-E1AB9217642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3001615" y="2889120"/>
            <a:ext cx="13243" cy="46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778CAF6-8B48-0BB1-9F65-5FFDE635DE68}"/>
              </a:ext>
            </a:extLst>
          </p:cNvPr>
          <p:cNvSpPr/>
          <p:nvPr/>
        </p:nvSpPr>
        <p:spPr>
          <a:xfrm>
            <a:off x="2464893" y="3357557"/>
            <a:ext cx="1099929" cy="5433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37FC84-6879-F7EB-BE94-9411C7C08B09}"/>
              </a:ext>
            </a:extLst>
          </p:cNvPr>
          <p:cNvSpPr txBox="1"/>
          <p:nvPr/>
        </p:nvSpPr>
        <p:spPr>
          <a:xfrm>
            <a:off x="2459628" y="3123519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18 sec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2B61D-8987-9F04-46D1-5CA5CF23E0B0}"/>
              </a:ext>
            </a:extLst>
          </p:cNvPr>
          <p:cNvSpPr/>
          <p:nvPr/>
        </p:nvSpPr>
        <p:spPr>
          <a:xfrm>
            <a:off x="4111012" y="3398674"/>
            <a:ext cx="682487" cy="467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A44CCE-C669-3772-C5EC-2F1266848254}"/>
              </a:ext>
            </a:extLst>
          </p:cNvPr>
          <p:cNvSpPr txBox="1"/>
          <p:nvPr/>
        </p:nvSpPr>
        <p:spPr>
          <a:xfrm>
            <a:off x="2030379" y="3354612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EF5D0-1248-E88A-20C1-49AAF6970858}"/>
              </a:ext>
            </a:extLst>
          </p:cNvPr>
          <p:cNvSpPr txBox="1"/>
          <p:nvPr/>
        </p:nvSpPr>
        <p:spPr>
          <a:xfrm>
            <a:off x="3589965" y="3333163"/>
            <a:ext cx="5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C390CD-F4BF-F194-2623-64A76E6B6C89}"/>
              </a:ext>
            </a:extLst>
          </p:cNvPr>
          <p:cNvSpPr txBox="1"/>
          <p:nvPr/>
        </p:nvSpPr>
        <p:spPr>
          <a:xfrm>
            <a:off x="5316579" y="2249205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A8387D-33AD-979D-4EE9-8A5CD6DCF220}"/>
              </a:ext>
            </a:extLst>
          </p:cNvPr>
          <p:cNvSpPr txBox="1"/>
          <p:nvPr/>
        </p:nvSpPr>
        <p:spPr>
          <a:xfrm>
            <a:off x="3043775" y="3100477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063F03-BE4D-EAB4-AAD4-776EC7CDAB5F}"/>
              </a:ext>
            </a:extLst>
          </p:cNvPr>
          <p:cNvSpPr/>
          <p:nvPr/>
        </p:nvSpPr>
        <p:spPr>
          <a:xfrm>
            <a:off x="1523727" y="4106640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Thread1 completed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EC4AC9-0111-53E1-99E4-A6A4737D8DCE}"/>
              </a:ext>
            </a:extLst>
          </p:cNvPr>
          <p:cNvSpPr/>
          <p:nvPr/>
        </p:nvSpPr>
        <p:spPr>
          <a:xfrm>
            <a:off x="1523728" y="4848366"/>
            <a:ext cx="1223840" cy="379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Thread2 completed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F05767-12EE-F0D6-C125-8B76AE50C442}"/>
              </a:ext>
            </a:extLst>
          </p:cNvPr>
          <p:cNvCxnSpPr>
            <a:cxnSpLocks/>
          </p:cNvCxnSpPr>
          <p:nvPr/>
        </p:nvCxnSpPr>
        <p:spPr>
          <a:xfrm>
            <a:off x="2083293" y="3631611"/>
            <a:ext cx="20684" cy="465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977F49-35D9-E505-27B0-789A34C6D6F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079374" y="3629226"/>
            <a:ext cx="3855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9550827-6DF0-1F01-FEC6-314A1449DA61}"/>
              </a:ext>
            </a:extLst>
          </p:cNvPr>
          <p:cNvSpPr/>
          <p:nvPr/>
        </p:nvSpPr>
        <p:spPr>
          <a:xfrm>
            <a:off x="6277554" y="2345784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Vn1=2</a:t>
            </a:r>
          </a:p>
          <a:p>
            <a:pPr algn="ctr"/>
            <a:r>
              <a:rPr lang="en-US" sz="1200" dirty="0" err="1"/>
              <a:t>ersion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72E045-22D6-BBE9-AF96-CD9BF43F42F5}"/>
              </a:ext>
            </a:extLst>
          </p:cNvPr>
          <p:cNvSpPr txBox="1"/>
          <p:nvPr/>
        </p:nvSpPr>
        <p:spPr>
          <a:xfrm>
            <a:off x="1209779" y="3799121"/>
            <a:ext cx="1132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OTP success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C2FD45-FBA7-C16C-EA7E-190E62FAA77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564822" y="3629226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AFA6C8-1679-FA61-1615-03C6B4C343FF}"/>
              </a:ext>
            </a:extLst>
          </p:cNvPr>
          <p:cNvCxnSpPr>
            <a:cxnSpLocks/>
          </p:cNvCxnSpPr>
          <p:nvPr/>
        </p:nvCxnSpPr>
        <p:spPr>
          <a:xfrm>
            <a:off x="3519190" y="2530450"/>
            <a:ext cx="697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9D95D0-7E0C-BFB0-3229-2B356F5755F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316580" y="2530450"/>
            <a:ext cx="960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AE2FD83-530C-4E3B-DBD8-1E7093731C3D}"/>
              </a:ext>
            </a:extLst>
          </p:cNvPr>
          <p:cNvSpPr/>
          <p:nvPr/>
        </p:nvSpPr>
        <p:spPr>
          <a:xfrm>
            <a:off x="8570098" y="2359240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 capturing started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EF411-BB58-C42E-F675-46ACA70D005F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7377483" y="2543906"/>
            <a:ext cx="1192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34AA7A7-2915-2C44-1766-EC14CFC1EAF4}"/>
              </a:ext>
            </a:extLst>
          </p:cNvPr>
          <p:cNvSpPr/>
          <p:nvPr/>
        </p:nvSpPr>
        <p:spPr>
          <a:xfrm>
            <a:off x="4534019" y="553414"/>
            <a:ext cx="529281" cy="3776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Exit()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E0B60521-6CAB-965C-FC8D-5F126417F195}"/>
              </a:ext>
            </a:extLst>
          </p:cNvPr>
          <p:cNvSpPr/>
          <p:nvPr/>
        </p:nvSpPr>
        <p:spPr>
          <a:xfrm>
            <a:off x="4216649" y="2165559"/>
            <a:ext cx="1192617" cy="72129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IP </a:t>
            </a:r>
            <a:r>
              <a:rPr lang="en-US" sz="1200" dirty="0" err="1"/>
              <a:t>addres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276B27-903F-7A6B-B248-B0B700336BBB}"/>
              </a:ext>
            </a:extLst>
          </p:cNvPr>
          <p:cNvSpPr txBox="1"/>
          <p:nvPr/>
        </p:nvSpPr>
        <p:spPr>
          <a:xfrm>
            <a:off x="2970121" y="2083883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Thread1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BE72C4BD-C72A-4B51-3584-1217B47B57B2}"/>
              </a:ext>
            </a:extLst>
          </p:cNvPr>
          <p:cNvSpPr/>
          <p:nvPr/>
        </p:nvSpPr>
        <p:spPr>
          <a:xfrm>
            <a:off x="4197190" y="1156100"/>
            <a:ext cx="1192617" cy="7577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setup()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9194DD-5FDF-BF02-6788-1FD6C0BFBA7C}"/>
              </a:ext>
            </a:extLst>
          </p:cNvPr>
          <p:cNvCxnSpPr>
            <a:cxnSpLocks/>
            <a:stCxn id="35" idx="0"/>
            <a:endCxn id="37" idx="2"/>
          </p:cNvCxnSpPr>
          <p:nvPr/>
        </p:nvCxnSpPr>
        <p:spPr>
          <a:xfrm flipH="1" flipV="1">
            <a:off x="4793499" y="1913894"/>
            <a:ext cx="19459" cy="25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FC8A38E-2F2F-CB25-B6E8-52F14E87D64A}"/>
              </a:ext>
            </a:extLst>
          </p:cNvPr>
          <p:cNvSpPr txBox="1"/>
          <p:nvPr/>
        </p:nvSpPr>
        <p:spPr>
          <a:xfrm>
            <a:off x="4339036" y="1909648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C9852C-B4EB-99F4-FFAF-85D3E2F39456}"/>
              </a:ext>
            </a:extLst>
          </p:cNvPr>
          <p:cNvCxnSpPr>
            <a:cxnSpLocks/>
            <a:stCxn id="37" idx="0"/>
            <a:endCxn id="34" idx="2"/>
          </p:cNvCxnSpPr>
          <p:nvPr/>
        </p:nvCxnSpPr>
        <p:spPr>
          <a:xfrm flipV="1">
            <a:off x="4793499" y="931106"/>
            <a:ext cx="5161" cy="224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8A51687-FA4C-0BB0-EF6F-1C4075ECEF5B}"/>
              </a:ext>
            </a:extLst>
          </p:cNvPr>
          <p:cNvSpPr/>
          <p:nvPr/>
        </p:nvSpPr>
        <p:spPr>
          <a:xfrm>
            <a:off x="6277554" y="1370056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Luci()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DE7D8A-5C23-7D0B-18B3-6AFB2A5AE058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5389807" y="1534997"/>
            <a:ext cx="887747" cy="1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83B684-F47E-72EC-5AA9-7DB4AA654BFD}"/>
              </a:ext>
            </a:extLst>
          </p:cNvPr>
          <p:cNvCxnSpPr>
            <a:stCxn id="39" idx="3"/>
          </p:cNvCxnSpPr>
          <p:nvPr/>
        </p:nvCxnSpPr>
        <p:spPr>
          <a:xfrm flipH="1">
            <a:off x="5063300" y="2048148"/>
            <a:ext cx="345966" cy="297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19DE214-4A19-DE7F-2FA8-44A2B4FABC23}"/>
              </a:ext>
            </a:extLst>
          </p:cNvPr>
          <p:cNvCxnSpPr>
            <a:cxnSpLocks/>
            <a:stCxn id="41" idx="3"/>
            <a:endCxn id="39" idx="3"/>
          </p:cNvCxnSpPr>
          <p:nvPr/>
        </p:nvCxnSpPr>
        <p:spPr>
          <a:xfrm flipH="1">
            <a:off x="5409266" y="1554722"/>
            <a:ext cx="1968217" cy="493426"/>
          </a:xfrm>
          <a:prstGeom prst="bentConnector3">
            <a:avLst>
              <a:gd name="adj1" fmla="val -116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8C2815A-D2FD-5FE0-B96F-E7C160631C73}"/>
              </a:ext>
            </a:extLst>
          </p:cNvPr>
          <p:cNvSpPr txBox="1"/>
          <p:nvPr/>
        </p:nvSpPr>
        <p:spPr>
          <a:xfrm>
            <a:off x="5323144" y="1206351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True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6BBD0-C845-FE35-B952-BE092E862A28}"/>
              </a:ext>
            </a:extLst>
          </p:cNvPr>
          <p:cNvSpPr txBox="1"/>
          <p:nvPr/>
        </p:nvSpPr>
        <p:spPr>
          <a:xfrm>
            <a:off x="4233455" y="936755"/>
            <a:ext cx="1070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False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48570A-5089-444A-AEDB-6C3A340EF886}"/>
              </a:ext>
            </a:extLst>
          </p:cNvPr>
          <p:cNvSpPr/>
          <p:nvPr/>
        </p:nvSpPr>
        <p:spPr>
          <a:xfrm>
            <a:off x="3287952" y="4098760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FW Version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2262A4C-B5ED-E1FA-8127-03A1DD8BD1BE}"/>
              </a:ext>
            </a:extLst>
          </p:cNvPr>
          <p:cNvCxnSpPr>
            <a:cxnSpLocks/>
          </p:cNvCxnSpPr>
          <p:nvPr/>
        </p:nvCxnSpPr>
        <p:spPr>
          <a:xfrm>
            <a:off x="2734962" y="4301732"/>
            <a:ext cx="546190" cy="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B299C3C-79BF-7F5E-D5D5-83DE6898C3CE}"/>
              </a:ext>
            </a:extLst>
          </p:cNvPr>
          <p:cNvCxnSpPr>
            <a:cxnSpLocks/>
            <a:stCxn id="47" idx="3"/>
            <a:endCxn id="23" idx="0"/>
          </p:cNvCxnSpPr>
          <p:nvPr/>
        </p:nvCxnSpPr>
        <p:spPr>
          <a:xfrm flipH="1">
            <a:off x="2135648" y="4283426"/>
            <a:ext cx="2252233" cy="564940"/>
          </a:xfrm>
          <a:prstGeom prst="bentConnector4">
            <a:avLst>
              <a:gd name="adj1" fmla="val -10150"/>
              <a:gd name="adj2" fmla="val 663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261886E-2ED2-ABFF-6AC9-03B8A98897B6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2135648" y="5227607"/>
            <a:ext cx="5178" cy="379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Diamond 54">
            <a:extLst>
              <a:ext uri="{FF2B5EF4-FFF2-40B4-BE49-F238E27FC236}">
                <a16:creationId xmlns:a16="http://schemas.microsoft.com/office/drawing/2014/main" id="{44F7DED5-245E-3660-C5B6-3C7BA034D66A}"/>
              </a:ext>
            </a:extLst>
          </p:cNvPr>
          <p:cNvSpPr/>
          <p:nvPr/>
        </p:nvSpPr>
        <p:spPr>
          <a:xfrm>
            <a:off x="1443016" y="5606848"/>
            <a:ext cx="1350663" cy="84813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Cast checker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064400B9-5D03-02C0-0B93-5F27985E221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400811" y="1729359"/>
            <a:ext cx="1136551" cy="4301559"/>
          </a:xfrm>
          <a:prstGeom prst="bentConnector3">
            <a:avLst>
              <a:gd name="adj1" fmla="val -201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F6629E9-4F7C-7CD4-50D0-84F4D7964862}"/>
              </a:ext>
            </a:extLst>
          </p:cNvPr>
          <p:cNvSpPr txBox="1"/>
          <p:nvPr/>
        </p:nvSpPr>
        <p:spPr>
          <a:xfrm>
            <a:off x="590843" y="6094528"/>
            <a:ext cx="1132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Cast matching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233BCB-CD72-0E7C-FD4B-A509B289440A}"/>
              </a:ext>
            </a:extLst>
          </p:cNvPr>
          <p:cNvSpPr txBox="1"/>
          <p:nvPr/>
        </p:nvSpPr>
        <p:spPr>
          <a:xfrm>
            <a:off x="2575558" y="6102095"/>
            <a:ext cx="1693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Cast not matching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67808E-C958-3262-2649-653188F2F428}"/>
              </a:ext>
            </a:extLst>
          </p:cNvPr>
          <p:cNvSpPr/>
          <p:nvPr/>
        </p:nvSpPr>
        <p:spPr>
          <a:xfrm>
            <a:off x="3963371" y="5846706"/>
            <a:ext cx="109992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n1=2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CCF010C-258F-4688-7085-0C4977C639B8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>
            <a:off x="2793679" y="6030917"/>
            <a:ext cx="1169692" cy="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E25E7EAA-D8D3-0CD6-154E-078A3AA7B3EB}"/>
              </a:ext>
            </a:extLst>
          </p:cNvPr>
          <p:cNvCxnSpPr>
            <a:stCxn id="63" idx="3"/>
          </p:cNvCxnSpPr>
          <p:nvPr/>
        </p:nvCxnSpPr>
        <p:spPr>
          <a:xfrm flipH="1">
            <a:off x="407963" y="6031372"/>
            <a:ext cx="4655337" cy="636714"/>
          </a:xfrm>
          <a:prstGeom prst="bentConnector3">
            <a:avLst>
              <a:gd name="adj1" fmla="val -49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4839D5-95CF-2567-C9DC-D18DFBF4E230}"/>
              </a:ext>
            </a:extLst>
          </p:cNvPr>
          <p:cNvCxnSpPr/>
          <p:nvPr/>
        </p:nvCxnSpPr>
        <p:spPr>
          <a:xfrm flipV="1">
            <a:off x="407963" y="1714017"/>
            <a:ext cx="0" cy="4954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7B93C8-8F2A-E1BE-2F32-930EDC7AB8FD}"/>
              </a:ext>
            </a:extLst>
          </p:cNvPr>
          <p:cNvCxnSpPr/>
          <p:nvPr/>
        </p:nvCxnSpPr>
        <p:spPr>
          <a:xfrm>
            <a:off x="407963" y="1739388"/>
            <a:ext cx="801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67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F556648B6ED04A8DC58E9F8E8726AA" ma:contentTypeVersion="14" ma:contentTypeDescription="Create a new document." ma:contentTypeScope="" ma:versionID="4747c77cd247d0ad06c74098a9e60f5b">
  <xsd:schema xmlns:xsd="http://www.w3.org/2001/XMLSchema" xmlns:xs="http://www.w3.org/2001/XMLSchema" xmlns:p="http://schemas.microsoft.com/office/2006/metadata/properties" xmlns:ns3="d9be7b9a-6d7f-4ce3-bee6-f4da0ec16525" xmlns:ns4="c0cef24c-1e86-4544-bd49-412243dbc4ff" targetNamespace="http://schemas.microsoft.com/office/2006/metadata/properties" ma:root="true" ma:fieldsID="e6c6471297b18734fa29c7d822cc6e1e" ns3:_="" ns4:_="">
    <xsd:import namespace="d9be7b9a-6d7f-4ce3-bee6-f4da0ec16525"/>
    <xsd:import namespace="c0cef24c-1e86-4544-bd49-412243dbc4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LengthInSeconds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be7b9a-6d7f-4ce3-bee6-f4da0ec165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ef24c-1e86-4544-bd49-412243dbc4f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ED26D6-9753-4D6B-8714-C6041E5F08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be7b9a-6d7f-4ce3-bee6-f4da0ec16525"/>
    <ds:schemaRef ds:uri="c0cef24c-1e86-4544-bd49-412243dbc4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C57D89-6B70-4A22-BC23-4408FFD707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8B6714-2931-4907-A1A7-10D80BD02519}">
  <ds:schemaRefs>
    <ds:schemaRef ds:uri="http://purl.org/dc/elements/1.1/"/>
    <ds:schemaRef ds:uri="http://schemas.openxmlformats.org/package/2006/metadata/core-properties"/>
    <ds:schemaRef ds:uri="d9be7b9a-6d7f-4ce3-bee6-f4da0ec16525"/>
    <ds:schemaRef ds:uri="c0cef24c-1e86-4544-bd49-412243dbc4ff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248</Words>
  <Application>Microsoft Office PowerPoint</Application>
  <PresentationFormat>Widescreen</PresentationFormat>
  <Paragraphs>173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Bauhaus 93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Malini DK</dc:creator>
  <cp:lastModifiedBy>Malini DK</cp:lastModifiedBy>
  <cp:revision>96</cp:revision>
  <dcterms:created xsi:type="dcterms:W3CDTF">2022-07-10T10:23:46Z</dcterms:created>
  <dcterms:modified xsi:type="dcterms:W3CDTF">2022-07-19T19:04:03Z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0x01010058F556648B6ED04A8DC58E9F8E8726AA</vt:lpwstr>
  </property>
</Properties>
</file>